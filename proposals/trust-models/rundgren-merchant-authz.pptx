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F122F-3755-2678-CEA5-C907132D2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27D2A-E8FD-8D2B-52AB-2F4007098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EB2C5-0AA9-2AF0-D408-5BA801E2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256E7-A380-7F49-89FD-A05076DCBB9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F730B-3186-B419-48C3-A79F106F8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B276A-B535-6112-5029-A9AEC36DE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C8C5-95C0-DB47-A751-44113105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687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5B723-24C9-C44F-BF69-8760F4CA7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36177-C45B-4FB4-E98F-1211E327C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5354E-9A70-5541-B0A9-8F7BC9C98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256E7-A380-7F49-89FD-A05076DCBB9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3AFE5-3BAB-54AB-CC57-4314A951C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77CE-F0B0-F493-47B0-C968B2E12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C8C5-95C0-DB47-A751-44113105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509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A099A-BC8E-27C1-E85E-FAA0510AA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50C6A-E043-1EB0-3A73-B3C53A3CD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B6833-6A79-1623-E5E9-106E99B17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256E7-A380-7F49-89FD-A05076DCBB9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801FA-3B6B-9635-280C-3CBC49068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82E5C-E75E-67E1-03E0-A187C9F01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C8C5-95C0-DB47-A751-44113105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0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53670-A024-A95B-63CD-E401B20DA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BAF0B-AF68-FCFF-8B6C-8A74535CA5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2D06DE-BA80-34DB-5A2A-C6240F8426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710E2-8B3F-D456-C5EB-8200FCB39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256E7-A380-7F49-89FD-A05076DCBB9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D2B97-39E3-4E1C-E8D6-EF876C131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B1CA7-23DA-A032-11A9-BB3D0914B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C8C5-95C0-DB47-A751-44113105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086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4E3D-FEE8-B6CC-F03C-45FBAAA94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38992-6D1D-022E-2828-44EE76CC9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0C6D36-E088-9A69-CF2C-666AEC61C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DDDF09-0D3D-5AFA-AE1C-41733CDD34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D6B739-63A7-8354-E2CE-02A2B704E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9907FE-7B53-F09C-6C01-7D49F1DC0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256E7-A380-7F49-89FD-A05076DCBB9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5FFDD0-F42C-7DCC-A688-DFE49E67D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149065-6E23-E0C8-F6C4-851253E41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C8C5-95C0-DB47-A751-44113105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073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8E749-11CD-CE6C-1C3B-C38AC31A9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7D5484-CFEA-1A11-8910-71F064BFB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256E7-A380-7F49-89FD-A05076DCBB9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529DA-7C6A-A961-C440-F5E47B705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416203-D1C5-C141-3BA2-1661F58BB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C8C5-95C0-DB47-A751-44113105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30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495819-07AD-E1C6-FE30-C3747A72D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256E7-A380-7F49-89FD-A05076DCBB9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6FB8DC-D93A-F6E3-F4F6-E0E38AB26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2BE44-06EB-EA07-9E27-FB72872EC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C8C5-95C0-DB47-A751-44113105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9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06F52-21A7-28ED-1672-CAB6C89E0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AA8E2-B8FF-566F-C05E-6559E2F19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4B2EA-9AA3-633F-0F3D-73CDAC8B3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094B0-8B20-455C-B8F3-4A5F816DF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256E7-A380-7F49-89FD-A05076DCBB9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4A9DB6-0D1A-5598-E182-917602CEB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0CB00-FDC4-3025-9E35-267E117EB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C8C5-95C0-DB47-A751-44113105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14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6B11C-3CC8-1268-FA81-CB8FB9B71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44974-61BB-9AA9-0AF6-84BDFD6D06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8EBE4-4C9B-A499-98C9-C242A866E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EB5D1-D8E9-04EE-8ABA-CD1681F1C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256E7-A380-7F49-89FD-A05076DCBB9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CF69F-73BE-4F15-EB35-0DC9E5E01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042A1-C191-43D2-4F63-BC308769C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C8C5-95C0-DB47-A751-44113105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604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182B5-40C2-7C69-0CC8-231F999B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D48A9-600A-2927-3F60-87848F46A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715F6-B362-FB08-1C06-99F0E7CEC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256E7-A380-7F49-89FD-A05076DCBB9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5E29C-E9C6-42E7-2AD3-D47161C5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9750C-923E-AA10-0B4F-3955B756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C8C5-95C0-DB47-A751-44113105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92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FE9849-D38D-7597-B7A5-D210180984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9DCAF8-1B0C-19A2-3AF0-2B8578C4B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4A435-2D4C-DED0-7E76-340BF3451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256E7-A380-7F49-89FD-A05076DCBB9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00761-BD60-E0C2-A5D0-D68DF7D28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9E3E1-E3DC-2960-208F-9A8EB823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C8C5-95C0-DB47-A751-44113105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782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DB5332-46BE-9867-82A5-5AEDFE074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7CFC6-1975-4CE8-3171-1C9BDED8D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E5967-D8DE-D0A5-54A0-5E6775DADF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1256E7-A380-7F49-89FD-A05076DCBB9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85640-B89D-61FE-DBFB-C1EE99DBB8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6ACAC-680A-51B0-2C2F-4DB6E723F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5C8C5-95C0-DB47-A751-44113105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72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eepngimg.com/png/18721-server-free-png-image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Arrow 56">
            <a:extLst>
              <a:ext uri="{FF2B5EF4-FFF2-40B4-BE49-F238E27FC236}">
                <a16:creationId xmlns:a16="http://schemas.microsoft.com/office/drawing/2014/main" id="{C146853D-03EE-4110-81DA-10FE182FC626}"/>
              </a:ext>
            </a:extLst>
          </p:cNvPr>
          <p:cNvSpPr/>
          <p:nvPr/>
        </p:nvSpPr>
        <p:spPr>
          <a:xfrm>
            <a:off x="6394602" y="4012651"/>
            <a:ext cx="726313" cy="119040"/>
          </a:xfrm>
          <a:custGeom>
            <a:avLst/>
            <a:gdLst>
              <a:gd name="connsiteX0" fmla="*/ 0 w 704088"/>
              <a:gd name="connsiteY0" fmla="*/ 29760 h 119040"/>
              <a:gd name="connsiteX1" fmla="*/ 612090 w 704088"/>
              <a:gd name="connsiteY1" fmla="*/ 29760 h 119040"/>
              <a:gd name="connsiteX2" fmla="*/ 612090 w 704088"/>
              <a:gd name="connsiteY2" fmla="*/ 0 h 119040"/>
              <a:gd name="connsiteX3" fmla="*/ 704088 w 704088"/>
              <a:gd name="connsiteY3" fmla="*/ 59520 h 119040"/>
              <a:gd name="connsiteX4" fmla="*/ 612090 w 704088"/>
              <a:gd name="connsiteY4" fmla="*/ 119040 h 119040"/>
              <a:gd name="connsiteX5" fmla="*/ 612090 w 704088"/>
              <a:gd name="connsiteY5" fmla="*/ 89280 h 119040"/>
              <a:gd name="connsiteX6" fmla="*/ 0 w 704088"/>
              <a:gd name="connsiteY6" fmla="*/ 89280 h 119040"/>
              <a:gd name="connsiteX7" fmla="*/ 0 w 704088"/>
              <a:gd name="connsiteY7" fmla="*/ 29760 h 119040"/>
              <a:gd name="connsiteX0" fmla="*/ 22225 w 726313"/>
              <a:gd name="connsiteY0" fmla="*/ 29760 h 119040"/>
              <a:gd name="connsiteX1" fmla="*/ 634315 w 726313"/>
              <a:gd name="connsiteY1" fmla="*/ 29760 h 119040"/>
              <a:gd name="connsiteX2" fmla="*/ 634315 w 726313"/>
              <a:gd name="connsiteY2" fmla="*/ 0 h 119040"/>
              <a:gd name="connsiteX3" fmla="*/ 726313 w 726313"/>
              <a:gd name="connsiteY3" fmla="*/ 59520 h 119040"/>
              <a:gd name="connsiteX4" fmla="*/ 634315 w 726313"/>
              <a:gd name="connsiteY4" fmla="*/ 119040 h 119040"/>
              <a:gd name="connsiteX5" fmla="*/ 634315 w 726313"/>
              <a:gd name="connsiteY5" fmla="*/ 89280 h 119040"/>
              <a:gd name="connsiteX6" fmla="*/ 0 w 726313"/>
              <a:gd name="connsiteY6" fmla="*/ 92455 h 119040"/>
              <a:gd name="connsiteX7" fmla="*/ 22225 w 726313"/>
              <a:gd name="connsiteY7" fmla="*/ 29760 h 119040"/>
              <a:gd name="connsiteX0" fmla="*/ 0 w 726313"/>
              <a:gd name="connsiteY0" fmla="*/ 29760 h 119040"/>
              <a:gd name="connsiteX1" fmla="*/ 634315 w 726313"/>
              <a:gd name="connsiteY1" fmla="*/ 29760 h 119040"/>
              <a:gd name="connsiteX2" fmla="*/ 634315 w 726313"/>
              <a:gd name="connsiteY2" fmla="*/ 0 h 119040"/>
              <a:gd name="connsiteX3" fmla="*/ 726313 w 726313"/>
              <a:gd name="connsiteY3" fmla="*/ 59520 h 119040"/>
              <a:gd name="connsiteX4" fmla="*/ 634315 w 726313"/>
              <a:gd name="connsiteY4" fmla="*/ 119040 h 119040"/>
              <a:gd name="connsiteX5" fmla="*/ 634315 w 726313"/>
              <a:gd name="connsiteY5" fmla="*/ 89280 h 119040"/>
              <a:gd name="connsiteX6" fmla="*/ 0 w 726313"/>
              <a:gd name="connsiteY6" fmla="*/ 92455 h 119040"/>
              <a:gd name="connsiteX7" fmla="*/ 0 w 726313"/>
              <a:gd name="connsiteY7" fmla="*/ 29760 h 11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6313" h="119040">
                <a:moveTo>
                  <a:pt x="0" y="29760"/>
                </a:moveTo>
                <a:lnTo>
                  <a:pt x="634315" y="29760"/>
                </a:lnTo>
                <a:lnTo>
                  <a:pt x="634315" y="0"/>
                </a:lnTo>
                <a:lnTo>
                  <a:pt x="726313" y="59520"/>
                </a:lnTo>
                <a:lnTo>
                  <a:pt x="634315" y="119040"/>
                </a:lnTo>
                <a:lnTo>
                  <a:pt x="634315" y="89280"/>
                </a:lnTo>
                <a:lnTo>
                  <a:pt x="0" y="92455"/>
                </a:lnTo>
                <a:lnTo>
                  <a:pt x="0" y="2976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-Right Arrow 90">
            <a:extLst>
              <a:ext uri="{FF2B5EF4-FFF2-40B4-BE49-F238E27FC236}">
                <a16:creationId xmlns:a16="http://schemas.microsoft.com/office/drawing/2014/main" id="{F3AF578D-1EFA-7776-4DAF-FB119EBDD351}"/>
              </a:ext>
            </a:extLst>
          </p:cNvPr>
          <p:cNvSpPr/>
          <p:nvPr/>
        </p:nvSpPr>
        <p:spPr>
          <a:xfrm>
            <a:off x="6384977" y="4037680"/>
            <a:ext cx="704774" cy="64008"/>
          </a:xfrm>
          <a:custGeom>
            <a:avLst/>
            <a:gdLst>
              <a:gd name="connsiteX0" fmla="*/ 0 w 649224"/>
              <a:gd name="connsiteY0" fmla="*/ 32004 h 64008"/>
              <a:gd name="connsiteX1" fmla="*/ 42875 w 649224"/>
              <a:gd name="connsiteY1" fmla="*/ 0 h 64008"/>
              <a:gd name="connsiteX2" fmla="*/ 42875 w 649224"/>
              <a:gd name="connsiteY2" fmla="*/ 17314 h 64008"/>
              <a:gd name="connsiteX3" fmla="*/ 606349 w 649224"/>
              <a:gd name="connsiteY3" fmla="*/ 17314 h 64008"/>
              <a:gd name="connsiteX4" fmla="*/ 606349 w 649224"/>
              <a:gd name="connsiteY4" fmla="*/ 0 h 64008"/>
              <a:gd name="connsiteX5" fmla="*/ 649224 w 649224"/>
              <a:gd name="connsiteY5" fmla="*/ 32004 h 64008"/>
              <a:gd name="connsiteX6" fmla="*/ 606349 w 649224"/>
              <a:gd name="connsiteY6" fmla="*/ 64008 h 64008"/>
              <a:gd name="connsiteX7" fmla="*/ 606349 w 649224"/>
              <a:gd name="connsiteY7" fmla="*/ 46694 h 64008"/>
              <a:gd name="connsiteX8" fmla="*/ 42875 w 649224"/>
              <a:gd name="connsiteY8" fmla="*/ 46694 h 64008"/>
              <a:gd name="connsiteX9" fmla="*/ 42875 w 649224"/>
              <a:gd name="connsiteY9" fmla="*/ 64008 h 64008"/>
              <a:gd name="connsiteX10" fmla="*/ 0 w 649224"/>
              <a:gd name="connsiteY10" fmla="*/ 32004 h 64008"/>
              <a:gd name="connsiteX0" fmla="*/ 0 w 606349"/>
              <a:gd name="connsiteY0" fmla="*/ 64008 h 64008"/>
              <a:gd name="connsiteX1" fmla="*/ 0 w 606349"/>
              <a:gd name="connsiteY1" fmla="*/ 0 h 64008"/>
              <a:gd name="connsiteX2" fmla="*/ 0 w 606349"/>
              <a:gd name="connsiteY2" fmla="*/ 17314 h 64008"/>
              <a:gd name="connsiteX3" fmla="*/ 563474 w 606349"/>
              <a:gd name="connsiteY3" fmla="*/ 17314 h 64008"/>
              <a:gd name="connsiteX4" fmla="*/ 563474 w 606349"/>
              <a:gd name="connsiteY4" fmla="*/ 0 h 64008"/>
              <a:gd name="connsiteX5" fmla="*/ 606349 w 606349"/>
              <a:gd name="connsiteY5" fmla="*/ 32004 h 64008"/>
              <a:gd name="connsiteX6" fmla="*/ 563474 w 606349"/>
              <a:gd name="connsiteY6" fmla="*/ 64008 h 64008"/>
              <a:gd name="connsiteX7" fmla="*/ 563474 w 606349"/>
              <a:gd name="connsiteY7" fmla="*/ 46694 h 64008"/>
              <a:gd name="connsiteX8" fmla="*/ 0 w 606349"/>
              <a:gd name="connsiteY8" fmla="*/ 46694 h 64008"/>
              <a:gd name="connsiteX9" fmla="*/ 0 w 606349"/>
              <a:gd name="connsiteY9" fmla="*/ 64008 h 64008"/>
              <a:gd name="connsiteX0" fmla="*/ 0 w 606349"/>
              <a:gd name="connsiteY0" fmla="*/ 64008 h 64008"/>
              <a:gd name="connsiteX1" fmla="*/ 0 w 606349"/>
              <a:gd name="connsiteY1" fmla="*/ 17314 h 64008"/>
              <a:gd name="connsiteX2" fmla="*/ 563474 w 606349"/>
              <a:gd name="connsiteY2" fmla="*/ 17314 h 64008"/>
              <a:gd name="connsiteX3" fmla="*/ 563474 w 606349"/>
              <a:gd name="connsiteY3" fmla="*/ 0 h 64008"/>
              <a:gd name="connsiteX4" fmla="*/ 606349 w 606349"/>
              <a:gd name="connsiteY4" fmla="*/ 32004 h 64008"/>
              <a:gd name="connsiteX5" fmla="*/ 563474 w 606349"/>
              <a:gd name="connsiteY5" fmla="*/ 64008 h 64008"/>
              <a:gd name="connsiteX6" fmla="*/ 563474 w 606349"/>
              <a:gd name="connsiteY6" fmla="*/ 46694 h 64008"/>
              <a:gd name="connsiteX7" fmla="*/ 0 w 606349"/>
              <a:gd name="connsiteY7" fmla="*/ 46694 h 64008"/>
              <a:gd name="connsiteX8" fmla="*/ 0 w 606349"/>
              <a:gd name="connsiteY8" fmla="*/ 64008 h 64008"/>
              <a:gd name="connsiteX0" fmla="*/ 0 w 606349"/>
              <a:gd name="connsiteY0" fmla="*/ 46694 h 64008"/>
              <a:gd name="connsiteX1" fmla="*/ 0 w 606349"/>
              <a:gd name="connsiteY1" fmla="*/ 17314 h 64008"/>
              <a:gd name="connsiteX2" fmla="*/ 563474 w 606349"/>
              <a:gd name="connsiteY2" fmla="*/ 17314 h 64008"/>
              <a:gd name="connsiteX3" fmla="*/ 563474 w 606349"/>
              <a:gd name="connsiteY3" fmla="*/ 0 h 64008"/>
              <a:gd name="connsiteX4" fmla="*/ 606349 w 606349"/>
              <a:gd name="connsiteY4" fmla="*/ 32004 h 64008"/>
              <a:gd name="connsiteX5" fmla="*/ 563474 w 606349"/>
              <a:gd name="connsiteY5" fmla="*/ 64008 h 64008"/>
              <a:gd name="connsiteX6" fmla="*/ 563474 w 606349"/>
              <a:gd name="connsiteY6" fmla="*/ 46694 h 64008"/>
              <a:gd name="connsiteX7" fmla="*/ 0 w 606349"/>
              <a:gd name="connsiteY7" fmla="*/ 46694 h 64008"/>
              <a:gd name="connsiteX0" fmla="*/ 76200 w 682549"/>
              <a:gd name="connsiteY0" fmla="*/ 46694 h 64008"/>
              <a:gd name="connsiteX1" fmla="*/ 0 w 682549"/>
              <a:gd name="connsiteY1" fmla="*/ 20489 h 64008"/>
              <a:gd name="connsiteX2" fmla="*/ 639674 w 682549"/>
              <a:gd name="connsiteY2" fmla="*/ 17314 h 64008"/>
              <a:gd name="connsiteX3" fmla="*/ 639674 w 682549"/>
              <a:gd name="connsiteY3" fmla="*/ 0 h 64008"/>
              <a:gd name="connsiteX4" fmla="*/ 682549 w 682549"/>
              <a:gd name="connsiteY4" fmla="*/ 32004 h 64008"/>
              <a:gd name="connsiteX5" fmla="*/ 639674 w 682549"/>
              <a:gd name="connsiteY5" fmla="*/ 64008 h 64008"/>
              <a:gd name="connsiteX6" fmla="*/ 639674 w 682549"/>
              <a:gd name="connsiteY6" fmla="*/ 46694 h 64008"/>
              <a:gd name="connsiteX7" fmla="*/ 76200 w 682549"/>
              <a:gd name="connsiteY7" fmla="*/ 46694 h 64008"/>
              <a:gd name="connsiteX0" fmla="*/ 0 w 698424"/>
              <a:gd name="connsiteY0" fmla="*/ 46694 h 64008"/>
              <a:gd name="connsiteX1" fmla="*/ 15875 w 698424"/>
              <a:gd name="connsiteY1" fmla="*/ 20489 h 64008"/>
              <a:gd name="connsiteX2" fmla="*/ 655549 w 698424"/>
              <a:gd name="connsiteY2" fmla="*/ 17314 h 64008"/>
              <a:gd name="connsiteX3" fmla="*/ 655549 w 698424"/>
              <a:gd name="connsiteY3" fmla="*/ 0 h 64008"/>
              <a:gd name="connsiteX4" fmla="*/ 698424 w 698424"/>
              <a:gd name="connsiteY4" fmla="*/ 32004 h 64008"/>
              <a:gd name="connsiteX5" fmla="*/ 655549 w 698424"/>
              <a:gd name="connsiteY5" fmla="*/ 64008 h 64008"/>
              <a:gd name="connsiteX6" fmla="*/ 655549 w 698424"/>
              <a:gd name="connsiteY6" fmla="*/ 46694 h 64008"/>
              <a:gd name="connsiteX7" fmla="*/ 0 w 698424"/>
              <a:gd name="connsiteY7" fmla="*/ 46694 h 64008"/>
              <a:gd name="connsiteX0" fmla="*/ 6350 w 704774"/>
              <a:gd name="connsiteY0" fmla="*/ 46694 h 64008"/>
              <a:gd name="connsiteX1" fmla="*/ 0 w 704774"/>
              <a:gd name="connsiteY1" fmla="*/ 20489 h 64008"/>
              <a:gd name="connsiteX2" fmla="*/ 661899 w 704774"/>
              <a:gd name="connsiteY2" fmla="*/ 17314 h 64008"/>
              <a:gd name="connsiteX3" fmla="*/ 661899 w 704774"/>
              <a:gd name="connsiteY3" fmla="*/ 0 h 64008"/>
              <a:gd name="connsiteX4" fmla="*/ 704774 w 704774"/>
              <a:gd name="connsiteY4" fmla="*/ 32004 h 64008"/>
              <a:gd name="connsiteX5" fmla="*/ 661899 w 704774"/>
              <a:gd name="connsiteY5" fmla="*/ 64008 h 64008"/>
              <a:gd name="connsiteX6" fmla="*/ 661899 w 704774"/>
              <a:gd name="connsiteY6" fmla="*/ 46694 h 64008"/>
              <a:gd name="connsiteX7" fmla="*/ 6350 w 704774"/>
              <a:gd name="connsiteY7" fmla="*/ 46694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4774" h="64008">
                <a:moveTo>
                  <a:pt x="6350" y="46694"/>
                </a:moveTo>
                <a:lnTo>
                  <a:pt x="0" y="20489"/>
                </a:lnTo>
                <a:lnTo>
                  <a:pt x="661899" y="17314"/>
                </a:lnTo>
                <a:lnTo>
                  <a:pt x="661899" y="0"/>
                </a:lnTo>
                <a:lnTo>
                  <a:pt x="704774" y="32004"/>
                </a:lnTo>
                <a:lnTo>
                  <a:pt x="661899" y="64008"/>
                </a:lnTo>
                <a:lnTo>
                  <a:pt x="661899" y="46694"/>
                </a:lnTo>
                <a:lnTo>
                  <a:pt x="6350" y="46694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DB84EE-8B1E-A6F8-9AA0-FE1A8512708D}"/>
              </a:ext>
            </a:extLst>
          </p:cNvPr>
          <p:cNvGrpSpPr/>
          <p:nvPr/>
        </p:nvGrpSpPr>
        <p:grpSpPr>
          <a:xfrm>
            <a:off x="7135478" y="3611331"/>
            <a:ext cx="1383161" cy="814119"/>
            <a:chOff x="5668803" y="2309053"/>
            <a:chExt cx="1838831" cy="1165660"/>
          </a:xfrm>
          <a:effectLst>
            <a:outerShdw blurRad="50800" dist="50800" dir="2700000" sx="98239" sy="98239" algn="tl" rotWithShape="0">
              <a:prstClr val="black">
                <a:alpha val="40000"/>
              </a:prstClr>
            </a:outerShdw>
          </a:effectLst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94148A5-C452-545A-4532-E905DA713D88}"/>
                </a:ext>
              </a:extLst>
            </p:cNvPr>
            <p:cNvSpPr/>
            <p:nvPr/>
          </p:nvSpPr>
          <p:spPr>
            <a:xfrm rot="478580">
              <a:off x="5940843" y="2443509"/>
              <a:ext cx="605178" cy="592544"/>
            </a:xfrm>
            <a:custGeom>
              <a:avLst/>
              <a:gdLst>
                <a:gd name="connsiteX0" fmla="*/ 651958 w 651958"/>
                <a:gd name="connsiteY0" fmla="*/ 237765 h 477427"/>
                <a:gd name="connsiteX1" fmla="*/ 325979 w 651958"/>
                <a:gd name="connsiteY1" fmla="*/ 476474 h 477427"/>
                <a:gd name="connsiteX2" fmla="*/ 0 w 651958"/>
                <a:gd name="connsiteY2" fmla="*/ 237765 h 477427"/>
                <a:gd name="connsiteX3" fmla="*/ 325979 w 651958"/>
                <a:gd name="connsiteY3" fmla="*/ -954 h 477427"/>
                <a:gd name="connsiteX4" fmla="*/ 651958 w 651958"/>
                <a:gd name="connsiteY4" fmla="*/ 237765 h 477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1958" h="477427">
                  <a:moveTo>
                    <a:pt x="651958" y="237765"/>
                  </a:moveTo>
                  <a:cubicBezTo>
                    <a:pt x="651958" y="369595"/>
                    <a:pt x="506012" y="476474"/>
                    <a:pt x="325979" y="476474"/>
                  </a:cubicBezTo>
                  <a:cubicBezTo>
                    <a:pt x="145946" y="476474"/>
                    <a:pt x="0" y="369595"/>
                    <a:pt x="0" y="237765"/>
                  </a:cubicBezTo>
                  <a:cubicBezTo>
                    <a:pt x="0" y="105923"/>
                    <a:pt x="145946" y="-954"/>
                    <a:pt x="325979" y="-954"/>
                  </a:cubicBezTo>
                  <a:cubicBezTo>
                    <a:pt x="506012" y="-954"/>
                    <a:pt x="651958" y="105923"/>
                    <a:pt x="651958" y="237765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990B5A1-18F6-3990-0858-6129BA507D20}"/>
                </a:ext>
              </a:extLst>
            </p:cNvPr>
            <p:cNvSpPr/>
            <p:nvPr/>
          </p:nvSpPr>
          <p:spPr>
            <a:xfrm rot="478580">
              <a:off x="5952833" y="2459420"/>
              <a:ext cx="590586" cy="592504"/>
            </a:xfrm>
            <a:custGeom>
              <a:avLst/>
              <a:gdLst>
                <a:gd name="connsiteX0" fmla="*/ 668257 w 668256"/>
                <a:gd name="connsiteY0" fmla="*/ 237765 h 477395"/>
                <a:gd name="connsiteX1" fmla="*/ 334128 w 668256"/>
                <a:gd name="connsiteY1" fmla="*/ 476441 h 477395"/>
                <a:gd name="connsiteX2" fmla="*/ 0 w 668256"/>
                <a:gd name="connsiteY2" fmla="*/ 237765 h 477395"/>
                <a:gd name="connsiteX3" fmla="*/ 334128 w 668256"/>
                <a:gd name="connsiteY3" fmla="*/ -954 h 477395"/>
                <a:gd name="connsiteX4" fmla="*/ 668257 w 668256"/>
                <a:gd name="connsiteY4" fmla="*/ 237765 h 477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8256" h="477395">
                  <a:moveTo>
                    <a:pt x="668257" y="237765"/>
                  </a:moveTo>
                  <a:cubicBezTo>
                    <a:pt x="668257" y="369563"/>
                    <a:pt x="518662" y="476441"/>
                    <a:pt x="334128" y="476441"/>
                  </a:cubicBezTo>
                  <a:cubicBezTo>
                    <a:pt x="149595" y="476441"/>
                    <a:pt x="0" y="369563"/>
                    <a:pt x="0" y="237765"/>
                  </a:cubicBezTo>
                  <a:cubicBezTo>
                    <a:pt x="0" y="105923"/>
                    <a:pt x="149595" y="-954"/>
                    <a:pt x="334128" y="-954"/>
                  </a:cubicBezTo>
                  <a:cubicBezTo>
                    <a:pt x="518662" y="-954"/>
                    <a:pt x="668257" y="105923"/>
                    <a:pt x="668257" y="23776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145227F-4887-E573-8DD2-62967B294899}"/>
                </a:ext>
              </a:extLst>
            </p:cNvPr>
            <p:cNvSpPr/>
            <p:nvPr/>
          </p:nvSpPr>
          <p:spPr>
            <a:xfrm rot="478580">
              <a:off x="6480451" y="2433744"/>
              <a:ext cx="745241" cy="592559"/>
            </a:xfrm>
            <a:custGeom>
              <a:avLst/>
              <a:gdLst>
                <a:gd name="connsiteX0" fmla="*/ 651957 w 651957"/>
                <a:gd name="connsiteY0" fmla="*/ 237765 h 477439"/>
                <a:gd name="connsiteX1" fmla="*/ 325982 w 651957"/>
                <a:gd name="connsiteY1" fmla="*/ 476485 h 477439"/>
                <a:gd name="connsiteX2" fmla="*/ 0 w 651957"/>
                <a:gd name="connsiteY2" fmla="*/ 237765 h 477439"/>
                <a:gd name="connsiteX3" fmla="*/ 325982 w 651957"/>
                <a:gd name="connsiteY3" fmla="*/ -954 h 477439"/>
                <a:gd name="connsiteX4" fmla="*/ 651957 w 651957"/>
                <a:gd name="connsiteY4" fmla="*/ 237765 h 477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1957" h="477439">
                  <a:moveTo>
                    <a:pt x="651957" y="237765"/>
                  </a:moveTo>
                  <a:cubicBezTo>
                    <a:pt x="651957" y="369607"/>
                    <a:pt x="506017" y="476485"/>
                    <a:pt x="325982" y="476485"/>
                  </a:cubicBezTo>
                  <a:cubicBezTo>
                    <a:pt x="145946" y="476485"/>
                    <a:pt x="0" y="369607"/>
                    <a:pt x="0" y="237765"/>
                  </a:cubicBezTo>
                  <a:cubicBezTo>
                    <a:pt x="0" y="105924"/>
                    <a:pt x="145946" y="-954"/>
                    <a:pt x="325982" y="-954"/>
                  </a:cubicBezTo>
                  <a:cubicBezTo>
                    <a:pt x="506017" y="-954"/>
                    <a:pt x="651957" y="105924"/>
                    <a:pt x="651957" y="237765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25AFBAE-8F6B-ACA6-180E-56782B5E592E}"/>
                </a:ext>
              </a:extLst>
            </p:cNvPr>
            <p:cNvSpPr/>
            <p:nvPr/>
          </p:nvSpPr>
          <p:spPr>
            <a:xfrm rot="478580">
              <a:off x="6472717" y="2451955"/>
              <a:ext cx="750468" cy="621061"/>
            </a:xfrm>
            <a:custGeom>
              <a:avLst/>
              <a:gdLst>
                <a:gd name="connsiteX0" fmla="*/ 663597 w 663596"/>
                <a:gd name="connsiteY0" fmla="*/ 249259 h 500404"/>
                <a:gd name="connsiteX1" fmla="*/ 331793 w 663596"/>
                <a:gd name="connsiteY1" fmla="*/ 499450 h 500404"/>
                <a:gd name="connsiteX2" fmla="*/ 0 w 663596"/>
                <a:gd name="connsiteY2" fmla="*/ 249259 h 500404"/>
                <a:gd name="connsiteX3" fmla="*/ 331793 w 663596"/>
                <a:gd name="connsiteY3" fmla="*/ -954 h 500404"/>
                <a:gd name="connsiteX4" fmla="*/ 663597 w 663596"/>
                <a:gd name="connsiteY4" fmla="*/ 249259 h 500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3596" h="500404">
                  <a:moveTo>
                    <a:pt x="663597" y="249259"/>
                  </a:moveTo>
                  <a:cubicBezTo>
                    <a:pt x="663597" y="387416"/>
                    <a:pt x="515049" y="499450"/>
                    <a:pt x="331793" y="499450"/>
                  </a:cubicBezTo>
                  <a:cubicBezTo>
                    <a:pt x="148551" y="499450"/>
                    <a:pt x="0" y="387416"/>
                    <a:pt x="0" y="249259"/>
                  </a:cubicBezTo>
                  <a:cubicBezTo>
                    <a:pt x="0" y="111069"/>
                    <a:pt x="148551" y="-954"/>
                    <a:pt x="331793" y="-954"/>
                  </a:cubicBezTo>
                  <a:cubicBezTo>
                    <a:pt x="515049" y="-954"/>
                    <a:pt x="663597" y="111069"/>
                    <a:pt x="663597" y="24925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9F17FE9-DCB8-32FD-6B75-3B2177EE654F}"/>
                </a:ext>
              </a:extLst>
            </p:cNvPr>
            <p:cNvSpPr/>
            <p:nvPr/>
          </p:nvSpPr>
          <p:spPr>
            <a:xfrm rot="478580">
              <a:off x="6221470" y="2309053"/>
              <a:ext cx="529561" cy="361026"/>
            </a:xfrm>
            <a:custGeom>
              <a:avLst/>
              <a:gdLst>
                <a:gd name="connsiteX0" fmla="*/ 651957 w 651957"/>
                <a:gd name="connsiteY0" fmla="*/ 237765 h 477439"/>
                <a:gd name="connsiteX1" fmla="*/ 325982 w 651957"/>
                <a:gd name="connsiteY1" fmla="*/ 476485 h 477439"/>
                <a:gd name="connsiteX2" fmla="*/ 0 w 651957"/>
                <a:gd name="connsiteY2" fmla="*/ 237765 h 477439"/>
                <a:gd name="connsiteX3" fmla="*/ 325982 w 651957"/>
                <a:gd name="connsiteY3" fmla="*/ -954 h 477439"/>
                <a:gd name="connsiteX4" fmla="*/ 651957 w 651957"/>
                <a:gd name="connsiteY4" fmla="*/ 237765 h 477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1957" h="477439">
                  <a:moveTo>
                    <a:pt x="651957" y="237765"/>
                  </a:moveTo>
                  <a:cubicBezTo>
                    <a:pt x="651957" y="369607"/>
                    <a:pt x="506017" y="476485"/>
                    <a:pt x="325982" y="476485"/>
                  </a:cubicBezTo>
                  <a:cubicBezTo>
                    <a:pt x="145946" y="476485"/>
                    <a:pt x="0" y="369607"/>
                    <a:pt x="0" y="237765"/>
                  </a:cubicBezTo>
                  <a:cubicBezTo>
                    <a:pt x="0" y="105924"/>
                    <a:pt x="145946" y="-954"/>
                    <a:pt x="325982" y="-954"/>
                  </a:cubicBezTo>
                  <a:cubicBezTo>
                    <a:pt x="506017" y="-954"/>
                    <a:pt x="651957" y="105924"/>
                    <a:pt x="651957" y="237765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7AF39F5-1A87-50DA-416F-E1D1B68665CB}"/>
                </a:ext>
              </a:extLst>
            </p:cNvPr>
            <p:cNvSpPr/>
            <p:nvPr/>
          </p:nvSpPr>
          <p:spPr>
            <a:xfrm rot="478580">
              <a:off x="5861641" y="3003333"/>
              <a:ext cx="281193" cy="316490"/>
            </a:xfrm>
            <a:custGeom>
              <a:avLst/>
              <a:gdLst>
                <a:gd name="connsiteX0" fmla="*/ 302930 w 302929"/>
                <a:gd name="connsiteY0" fmla="*/ 126548 h 255004"/>
                <a:gd name="connsiteX1" fmla="*/ 151466 w 302929"/>
                <a:gd name="connsiteY1" fmla="*/ 254050 h 255004"/>
                <a:gd name="connsiteX2" fmla="*/ 0 w 302929"/>
                <a:gd name="connsiteY2" fmla="*/ 126548 h 255004"/>
                <a:gd name="connsiteX3" fmla="*/ 151466 w 302929"/>
                <a:gd name="connsiteY3" fmla="*/ -954 h 255004"/>
                <a:gd name="connsiteX4" fmla="*/ 302930 w 302929"/>
                <a:gd name="connsiteY4" fmla="*/ 126548 h 255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2929" h="255004">
                  <a:moveTo>
                    <a:pt x="302930" y="126548"/>
                  </a:moveTo>
                  <a:cubicBezTo>
                    <a:pt x="302930" y="196904"/>
                    <a:pt x="235117" y="254050"/>
                    <a:pt x="151466" y="254050"/>
                  </a:cubicBezTo>
                  <a:cubicBezTo>
                    <a:pt x="67813" y="254050"/>
                    <a:pt x="0" y="196904"/>
                    <a:pt x="0" y="126548"/>
                  </a:cubicBezTo>
                  <a:cubicBezTo>
                    <a:pt x="0" y="56083"/>
                    <a:pt x="67813" y="-954"/>
                    <a:pt x="151466" y="-954"/>
                  </a:cubicBezTo>
                  <a:cubicBezTo>
                    <a:pt x="235117" y="-954"/>
                    <a:pt x="302930" y="56083"/>
                    <a:pt x="302930" y="126548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C871F1E-EE56-10A4-16AC-F2BD3C17B9E7}"/>
                </a:ext>
              </a:extLst>
            </p:cNvPr>
            <p:cNvSpPr/>
            <p:nvPr/>
          </p:nvSpPr>
          <p:spPr>
            <a:xfrm rot="478580">
              <a:off x="5871580" y="2996726"/>
              <a:ext cx="276870" cy="311690"/>
            </a:xfrm>
            <a:custGeom>
              <a:avLst/>
              <a:gdLst>
                <a:gd name="connsiteX0" fmla="*/ 298272 w 298272"/>
                <a:gd name="connsiteY0" fmla="*/ 124615 h 251136"/>
                <a:gd name="connsiteX1" fmla="*/ 149137 w 298272"/>
                <a:gd name="connsiteY1" fmla="*/ 250182 h 251136"/>
                <a:gd name="connsiteX2" fmla="*/ 0 w 298272"/>
                <a:gd name="connsiteY2" fmla="*/ 124615 h 251136"/>
                <a:gd name="connsiteX3" fmla="*/ 149137 w 298272"/>
                <a:gd name="connsiteY3" fmla="*/ -954 h 251136"/>
                <a:gd name="connsiteX4" fmla="*/ 298272 w 298272"/>
                <a:gd name="connsiteY4" fmla="*/ 124615 h 251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8272" h="251136">
                  <a:moveTo>
                    <a:pt x="298272" y="124615"/>
                  </a:moveTo>
                  <a:cubicBezTo>
                    <a:pt x="298272" y="194005"/>
                    <a:pt x="231502" y="250182"/>
                    <a:pt x="149137" y="250182"/>
                  </a:cubicBezTo>
                  <a:cubicBezTo>
                    <a:pt x="66770" y="250182"/>
                    <a:pt x="0" y="194005"/>
                    <a:pt x="0" y="124615"/>
                  </a:cubicBezTo>
                  <a:cubicBezTo>
                    <a:pt x="0" y="55331"/>
                    <a:pt x="66770" y="-954"/>
                    <a:pt x="149137" y="-954"/>
                  </a:cubicBezTo>
                  <a:cubicBezTo>
                    <a:pt x="231502" y="-954"/>
                    <a:pt x="298272" y="55331"/>
                    <a:pt x="298272" y="124615"/>
                  </a:cubicBezTo>
                  <a:close/>
                </a:path>
              </a:pathLst>
            </a:custGeom>
            <a:solidFill>
              <a:srgbClr val="EEEEEC"/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760493D-4208-8904-DE40-536AE69980E8}"/>
                </a:ext>
              </a:extLst>
            </p:cNvPr>
            <p:cNvSpPr/>
            <p:nvPr/>
          </p:nvSpPr>
          <p:spPr>
            <a:xfrm rot="478580">
              <a:off x="6522760" y="3078651"/>
              <a:ext cx="354183" cy="374144"/>
            </a:xfrm>
            <a:custGeom>
              <a:avLst/>
              <a:gdLst>
                <a:gd name="connsiteX0" fmla="*/ 221893 w 381561"/>
                <a:gd name="connsiteY0" fmla="*/ 298276 h 301457"/>
                <a:gd name="connsiteX1" fmla="*/ 2584 w 381561"/>
                <a:gd name="connsiteY1" fmla="*/ 175393 h 301457"/>
                <a:gd name="connsiteX2" fmla="*/ 159666 w 381561"/>
                <a:gd name="connsiteY2" fmla="*/ 1273 h 301457"/>
                <a:gd name="connsiteX3" fmla="*/ 378977 w 381561"/>
                <a:gd name="connsiteY3" fmla="*/ 124156 h 301457"/>
                <a:gd name="connsiteX4" fmla="*/ 221893 w 381561"/>
                <a:gd name="connsiteY4" fmla="*/ 298276 h 301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561" h="301457">
                  <a:moveTo>
                    <a:pt x="221893" y="298276"/>
                  </a:moveTo>
                  <a:cubicBezTo>
                    <a:pt x="117956" y="312455"/>
                    <a:pt x="19768" y="257459"/>
                    <a:pt x="2584" y="175393"/>
                  </a:cubicBezTo>
                  <a:cubicBezTo>
                    <a:pt x="-14600" y="93328"/>
                    <a:pt x="55728" y="15344"/>
                    <a:pt x="159666" y="1273"/>
                  </a:cubicBezTo>
                  <a:cubicBezTo>
                    <a:pt x="263603" y="-12906"/>
                    <a:pt x="361792" y="42091"/>
                    <a:pt x="378977" y="124156"/>
                  </a:cubicBezTo>
                  <a:cubicBezTo>
                    <a:pt x="396162" y="206221"/>
                    <a:pt x="325831" y="284205"/>
                    <a:pt x="221893" y="298276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C1564751-C89A-834D-8D91-96F25A175654}"/>
                </a:ext>
              </a:extLst>
            </p:cNvPr>
            <p:cNvSpPr/>
            <p:nvPr/>
          </p:nvSpPr>
          <p:spPr>
            <a:xfrm rot="478580">
              <a:off x="6532510" y="3060754"/>
              <a:ext cx="348240" cy="374273"/>
            </a:xfrm>
            <a:custGeom>
              <a:avLst/>
              <a:gdLst>
                <a:gd name="connsiteX0" fmla="*/ 218170 w 375159"/>
                <a:gd name="connsiteY0" fmla="*/ 298383 h 301561"/>
                <a:gd name="connsiteX1" fmla="*/ 2541 w 375159"/>
                <a:gd name="connsiteY1" fmla="*/ 175501 h 301561"/>
                <a:gd name="connsiteX2" fmla="*/ 156987 w 375159"/>
                <a:gd name="connsiteY2" fmla="*/ 1273 h 301561"/>
                <a:gd name="connsiteX3" fmla="*/ 372619 w 375159"/>
                <a:gd name="connsiteY3" fmla="*/ 124156 h 301561"/>
                <a:gd name="connsiteX4" fmla="*/ 218170 w 375159"/>
                <a:gd name="connsiteY4" fmla="*/ 298383 h 301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159" h="301561">
                  <a:moveTo>
                    <a:pt x="218170" y="298383"/>
                  </a:moveTo>
                  <a:cubicBezTo>
                    <a:pt x="115977" y="312563"/>
                    <a:pt x="19436" y="257459"/>
                    <a:pt x="2541" y="175501"/>
                  </a:cubicBezTo>
                  <a:cubicBezTo>
                    <a:pt x="-14355" y="93435"/>
                    <a:pt x="54794" y="15452"/>
                    <a:pt x="156987" y="1273"/>
                  </a:cubicBezTo>
                  <a:cubicBezTo>
                    <a:pt x="259180" y="-12906"/>
                    <a:pt x="355721" y="42091"/>
                    <a:pt x="372619" y="124156"/>
                  </a:cubicBezTo>
                  <a:cubicBezTo>
                    <a:pt x="389517" y="206221"/>
                    <a:pt x="320363" y="284205"/>
                    <a:pt x="218170" y="29838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2642E23-5B23-FA6A-490B-B0126D7C1ED1}"/>
                </a:ext>
              </a:extLst>
            </p:cNvPr>
            <p:cNvSpPr/>
            <p:nvPr/>
          </p:nvSpPr>
          <p:spPr>
            <a:xfrm rot="478580">
              <a:off x="5668803" y="2715848"/>
              <a:ext cx="482920" cy="486227"/>
            </a:xfrm>
            <a:custGeom>
              <a:avLst/>
              <a:gdLst>
                <a:gd name="connsiteX0" fmla="*/ 520249 w 520249"/>
                <a:gd name="connsiteY0" fmla="*/ 191641 h 385190"/>
                <a:gd name="connsiteX1" fmla="*/ 260125 w 520249"/>
                <a:gd name="connsiteY1" fmla="*/ 384236 h 385190"/>
                <a:gd name="connsiteX2" fmla="*/ 0 w 520249"/>
                <a:gd name="connsiteY2" fmla="*/ 191641 h 385190"/>
                <a:gd name="connsiteX3" fmla="*/ 260125 w 520249"/>
                <a:gd name="connsiteY3" fmla="*/ -954 h 385190"/>
                <a:gd name="connsiteX4" fmla="*/ 520249 w 520249"/>
                <a:gd name="connsiteY4" fmla="*/ 191641 h 385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0249" h="385190">
                  <a:moveTo>
                    <a:pt x="520249" y="191641"/>
                  </a:moveTo>
                  <a:cubicBezTo>
                    <a:pt x="520249" y="297982"/>
                    <a:pt x="403787" y="384236"/>
                    <a:pt x="260125" y="384236"/>
                  </a:cubicBezTo>
                  <a:cubicBezTo>
                    <a:pt x="116462" y="384236"/>
                    <a:pt x="0" y="297982"/>
                    <a:pt x="0" y="191641"/>
                  </a:cubicBezTo>
                  <a:cubicBezTo>
                    <a:pt x="0" y="85300"/>
                    <a:pt x="116462" y="-954"/>
                    <a:pt x="260125" y="-954"/>
                  </a:cubicBezTo>
                  <a:cubicBezTo>
                    <a:pt x="403787" y="-954"/>
                    <a:pt x="520249" y="85300"/>
                    <a:pt x="520249" y="191641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1AF7D29-72FA-BBBB-E487-D86646AAF477}"/>
                </a:ext>
              </a:extLst>
            </p:cNvPr>
            <p:cNvSpPr/>
            <p:nvPr/>
          </p:nvSpPr>
          <p:spPr>
            <a:xfrm rot="478580">
              <a:off x="6902451" y="2585048"/>
              <a:ext cx="605183" cy="592612"/>
            </a:xfrm>
            <a:custGeom>
              <a:avLst/>
              <a:gdLst>
                <a:gd name="connsiteX0" fmla="*/ 651964 w 651963"/>
                <a:gd name="connsiteY0" fmla="*/ 237744 h 477482"/>
                <a:gd name="connsiteX1" fmla="*/ 325988 w 651963"/>
                <a:gd name="connsiteY1" fmla="*/ 476528 h 477482"/>
                <a:gd name="connsiteX2" fmla="*/ 0 w 651963"/>
                <a:gd name="connsiteY2" fmla="*/ 237744 h 477482"/>
                <a:gd name="connsiteX3" fmla="*/ 325988 w 651963"/>
                <a:gd name="connsiteY3" fmla="*/ -954 h 477482"/>
                <a:gd name="connsiteX4" fmla="*/ 651964 w 651963"/>
                <a:gd name="connsiteY4" fmla="*/ 237744 h 477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1963" h="477482">
                  <a:moveTo>
                    <a:pt x="651964" y="237744"/>
                  </a:moveTo>
                  <a:cubicBezTo>
                    <a:pt x="651964" y="369650"/>
                    <a:pt x="506011" y="476528"/>
                    <a:pt x="325988" y="476528"/>
                  </a:cubicBezTo>
                  <a:cubicBezTo>
                    <a:pt x="145953" y="476528"/>
                    <a:pt x="0" y="369650"/>
                    <a:pt x="0" y="237744"/>
                  </a:cubicBezTo>
                  <a:cubicBezTo>
                    <a:pt x="0" y="105924"/>
                    <a:pt x="145953" y="-954"/>
                    <a:pt x="325988" y="-954"/>
                  </a:cubicBezTo>
                  <a:cubicBezTo>
                    <a:pt x="506011" y="-954"/>
                    <a:pt x="651964" y="105924"/>
                    <a:pt x="651964" y="23774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85047FA-B30D-E274-7AF3-B29F158D22A2}"/>
                </a:ext>
              </a:extLst>
            </p:cNvPr>
            <p:cNvSpPr/>
            <p:nvPr/>
          </p:nvSpPr>
          <p:spPr>
            <a:xfrm rot="478580">
              <a:off x="6054290" y="2867390"/>
              <a:ext cx="605177" cy="592452"/>
            </a:xfrm>
            <a:custGeom>
              <a:avLst/>
              <a:gdLst>
                <a:gd name="connsiteX0" fmla="*/ 651957 w 651957"/>
                <a:gd name="connsiteY0" fmla="*/ 237723 h 477353"/>
                <a:gd name="connsiteX1" fmla="*/ 325979 w 651957"/>
                <a:gd name="connsiteY1" fmla="*/ 476399 h 477353"/>
                <a:gd name="connsiteX2" fmla="*/ 0 w 651957"/>
                <a:gd name="connsiteY2" fmla="*/ 237723 h 477353"/>
                <a:gd name="connsiteX3" fmla="*/ 325979 w 651957"/>
                <a:gd name="connsiteY3" fmla="*/ -954 h 477353"/>
                <a:gd name="connsiteX4" fmla="*/ 651957 w 651957"/>
                <a:gd name="connsiteY4" fmla="*/ 237723 h 477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1957" h="477353">
                  <a:moveTo>
                    <a:pt x="651957" y="237723"/>
                  </a:moveTo>
                  <a:cubicBezTo>
                    <a:pt x="651957" y="369521"/>
                    <a:pt x="506012" y="476399"/>
                    <a:pt x="325979" y="476399"/>
                  </a:cubicBezTo>
                  <a:cubicBezTo>
                    <a:pt x="145945" y="476399"/>
                    <a:pt x="0" y="369521"/>
                    <a:pt x="0" y="237723"/>
                  </a:cubicBezTo>
                  <a:cubicBezTo>
                    <a:pt x="0" y="105924"/>
                    <a:pt x="145945" y="-954"/>
                    <a:pt x="325979" y="-954"/>
                  </a:cubicBezTo>
                  <a:cubicBezTo>
                    <a:pt x="506012" y="-954"/>
                    <a:pt x="651957" y="105924"/>
                    <a:pt x="651957" y="237723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A5E5B31-47F0-E328-B2A7-DF422C78D9FD}"/>
                </a:ext>
              </a:extLst>
            </p:cNvPr>
            <p:cNvSpPr/>
            <p:nvPr/>
          </p:nvSpPr>
          <p:spPr>
            <a:xfrm rot="478580">
              <a:off x="6732839" y="2826451"/>
              <a:ext cx="605175" cy="592504"/>
            </a:xfrm>
            <a:custGeom>
              <a:avLst/>
              <a:gdLst>
                <a:gd name="connsiteX0" fmla="*/ 651956 w 651955"/>
                <a:gd name="connsiteY0" fmla="*/ 237765 h 477395"/>
                <a:gd name="connsiteX1" fmla="*/ 325980 w 651955"/>
                <a:gd name="connsiteY1" fmla="*/ 476441 h 477395"/>
                <a:gd name="connsiteX2" fmla="*/ 0 w 651955"/>
                <a:gd name="connsiteY2" fmla="*/ 237765 h 477395"/>
                <a:gd name="connsiteX3" fmla="*/ 325980 w 651955"/>
                <a:gd name="connsiteY3" fmla="*/ -954 h 477395"/>
                <a:gd name="connsiteX4" fmla="*/ 651956 w 651955"/>
                <a:gd name="connsiteY4" fmla="*/ 237765 h 477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1955" h="477395">
                  <a:moveTo>
                    <a:pt x="651956" y="237765"/>
                  </a:moveTo>
                  <a:cubicBezTo>
                    <a:pt x="651956" y="369564"/>
                    <a:pt x="506016" y="476441"/>
                    <a:pt x="325980" y="476441"/>
                  </a:cubicBezTo>
                  <a:cubicBezTo>
                    <a:pt x="145945" y="476441"/>
                    <a:pt x="0" y="369564"/>
                    <a:pt x="0" y="237765"/>
                  </a:cubicBezTo>
                  <a:cubicBezTo>
                    <a:pt x="0" y="105967"/>
                    <a:pt x="145945" y="-954"/>
                    <a:pt x="325980" y="-954"/>
                  </a:cubicBezTo>
                  <a:cubicBezTo>
                    <a:pt x="506016" y="-954"/>
                    <a:pt x="651956" y="105967"/>
                    <a:pt x="651956" y="237765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71F203C-F012-42CB-12D5-D3DDB8948C4A}"/>
                </a:ext>
              </a:extLst>
            </p:cNvPr>
            <p:cNvSpPr/>
            <p:nvPr/>
          </p:nvSpPr>
          <p:spPr>
            <a:xfrm rot="478580">
              <a:off x="5683896" y="2737504"/>
              <a:ext cx="474275" cy="449273"/>
            </a:xfrm>
            <a:custGeom>
              <a:avLst/>
              <a:gdLst>
                <a:gd name="connsiteX0" fmla="*/ 510937 w 510936"/>
                <a:gd name="connsiteY0" fmla="*/ 180041 h 361990"/>
                <a:gd name="connsiteX1" fmla="*/ 255468 w 510936"/>
                <a:gd name="connsiteY1" fmla="*/ 361036 h 361990"/>
                <a:gd name="connsiteX2" fmla="*/ 0 w 510936"/>
                <a:gd name="connsiteY2" fmla="*/ 180041 h 361990"/>
                <a:gd name="connsiteX3" fmla="*/ 255468 w 510936"/>
                <a:gd name="connsiteY3" fmla="*/ -954 h 361990"/>
                <a:gd name="connsiteX4" fmla="*/ 510937 w 510936"/>
                <a:gd name="connsiteY4" fmla="*/ 180041 h 36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936" h="361990">
                  <a:moveTo>
                    <a:pt x="510937" y="180041"/>
                  </a:moveTo>
                  <a:cubicBezTo>
                    <a:pt x="510937" y="279937"/>
                    <a:pt x="396559" y="361036"/>
                    <a:pt x="255468" y="361036"/>
                  </a:cubicBezTo>
                  <a:cubicBezTo>
                    <a:pt x="114377" y="361036"/>
                    <a:pt x="0" y="279937"/>
                    <a:pt x="0" y="180041"/>
                  </a:cubicBezTo>
                  <a:cubicBezTo>
                    <a:pt x="0" y="80037"/>
                    <a:pt x="114377" y="-954"/>
                    <a:pt x="255468" y="-954"/>
                  </a:cubicBezTo>
                  <a:cubicBezTo>
                    <a:pt x="396559" y="-954"/>
                    <a:pt x="510937" y="80037"/>
                    <a:pt x="510937" y="18004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14BEF72-12C5-A0FE-5C56-54F51F77060A}"/>
                </a:ext>
              </a:extLst>
            </p:cNvPr>
            <p:cNvSpPr/>
            <p:nvPr/>
          </p:nvSpPr>
          <p:spPr>
            <a:xfrm rot="478580">
              <a:off x="6885644" y="2599053"/>
              <a:ext cx="609505" cy="559230"/>
            </a:xfrm>
            <a:custGeom>
              <a:avLst/>
              <a:gdLst>
                <a:gd name="connsiteX0" fmla="*/ 656620 w 656619"/>
                <a:gd name="connsiteY0" fmla="*/ 224382 h 450585"/>
                <a:gd name="connsiteX1" fmla="*/ 328310 w 656619"/>
                <a:gd name="connsiteY1" fmla="*/ 449631 h 450585"/>
                <a:gd name="connsiteX2" fmla="*/ 0 w 656619"/>
                <a:gd name="connsiteY2" fmla="*/ 224382 h 450585"/>
                <a:gd name="connsiteX3" fmla="*/ 328310 w 656619"/>
                <a:gd name="connsiteY3" fmla="*/ -954 h 450585"/>
                <a:gd name="connsiteX4" fmla="*/ 656620 w 656619"/>
                <a:gd name="connsiteY4" fmla="*/ 224382 h 450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619" h="450585">
                  <a:moveTo>
                    <a:pt x="656620" y="224382"/>
                  </a:moveTo>
                  <a:cubicBezTo>
                    <a:pt x="656620" y="348769"/>
                    <a:pt x="509624" y="449631"/>
                    <a:pt x="328310" y="449631"/>
                  </a:cubicBezTo>
                  <a:cubicBezTo>
                    <a:pt x="146984" y="449631"/>
                    <a:pt x="0" y="348769"/>
                    <a:pt x="0" y="224382"/>
                  </a:cubicBezTo>
                  <a:cubicBezTo>
                    <a:pt x="0" y="99909"/>
                    <a:pt x="146984" y="-954"/>
                    <a:pt x="328310" y="-954"/>
                  </a:cubicBezTo>
                  <a:cubicBezTo>
                    <a:pt x="509624" y="-954"/>
                    <a:pt x="656620" y="99909"/>
                    <a:pt x="656620" y="22438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D9C1CCB-8AD1-74B7-DF17-9DDCE8106083}"/>
                </a:ext>
              </a:extLst>
            </p:cNvPr>
            <p:cNvSpPr/>
            <p:nvPr/>
          </p:nvSpPr>
          <p:spPr>
            <a:xfrm rot="478580">
              <a:off x="6071155" y="2867215"/>
              <a:ext cx="590943" cy="580054"/>
            </a:xfrm>
            <a:custGeom>
              <a:avLst/>
              <a:gdLst>
                <a:gd name="connsiteX0" fmla="*/ 636624 w 636623"/>
                <a:gd name="connsiteY0" fmla="*/ 232674 h 467364"/>
                <a:gd name="connsiteX1" fmla="*/ 318313 w 636623"/>
                <a:gd name="connsiteY1" fmla="*/ 466410 h 467364"/>
                <a:gd name="connsiteX2" fmla="*/ 0 w 636623"/>
                <a:gd name="connsiteY2" fmla="*/ 232674 h 467364"/>
                <a:gd name="connsiteX3" fmla="*/ 318313 w 636623"/>
                <a:gd name="connsiteY3" fmla="*/ -954 h 467364"/>
                <a:gd name="connsiteX4" fmla="*/ 636624 w 636623"/>
                <a:gd name="connsiteY4" fmla="*/ 232674 h 467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623" h="467364">
                  <a:moveTo>
                    <a:pt x="636624" y="232674"/>
                  </a:moveTo>
                  <a:cubicBezTo>
                    <a:pt x="636624" y="361786"/>
                    <a:pt x="494111" y="466410"/>
                    <a:pt x="318313" y="466410"/>
                  </a:cubicBezTo>
                  <a:cubicBezTo>
                    <a:pt x="142513" y="466410"/>
                    <a:pt x="0" y="361786"/>
                    <a:pt x="0" y="232674"/>
                  </a:cubicBezTo>
                  <a:cubicBezTo>
                    <a:pt x="0" y="103668"/>
                    <a:pt x="142513" y="-954"/>
                    <a:pt x="318313" y="-954"/>
                  </a:cubicBezTo>
                  <a:cubicBezTo>
                    <a:pt x="494111" y="-954"/>
                    <a:pt x="636624" y="103668"/>
                    <a:pt x="636624" y="23267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65285CA-7660-4C62-2A17-B2050E3ADC85}"/>
                </a:ext>
              </a:extLst>
            </p:cNvPr>
            <p:cNvSpPr/>
            <p:nvPr/>
          </p:nvSpPr>
          <p:spPr>
            <a:xfrm rot="478580">
              <a:off x="6716329" y="2831817"/>
              <a:ext cx="606255" cy="569934"/>
            </a:xfrm>
            <a:custGeom>
              <a:avLst/>
              <a:gdLst>
                <a:gd name="connsiteX0" fmla="*/ 653119 w 653118"/>
                <a:gd name="connsiteY0" fmla="*/ 228602 h 459210"/>
                <a:gd name="connsiteX1" fmla="*/ 326557 w 653118"/>
                <a:gd name="connsiteY1" fmla="*/ 458256 h 459210"/>
                <a:gd name="connsiteX2" fmla="*/ 0 w 653118"/>
                <a:gd name="connsiteY2" fmla="*/ 228602 h 459210"/>
                <a:gd name="connsiteX3" fmla="*/ 326557 w 653118"/>
                <a:gd name="connsiteY3" fmla="*/ -954 h 459210"/>
                <a:gd name="connsiteX4" fmla="*/ 653119 w 653118"/>
                <a:gd name="connsiteY4" fmla="*/ 228602 h 459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118" h="459210">
                  <a:moveTo>
                    <a:pt x="653119" y="228602"/>
                  </a:moveTo>
                  <a:cubicBezTo>
                    <a:pt x="653119" y="355460"/>
                    <a:pt x="506918" y="458256"/>
                    <a:pt x="326557" y="458256"/>
                  </a:cubicBezTo>
                  <a:cubicBezTo>
                    <a:pt x="146206" y="458256"/>
                    <a:pt x="0" y="355460"/>
                    <a:pt x="0" y="228602"/>
                  </a:cubicBezTo>
                  <a:cubicBezTo>
                    <a:pt x="0" y="101853"/>
                    <a:pt x="146206" y="-954"/>
                    <a:pt x="326557" y="-954"/>
                  </a:cubicBezTo>
                  <a:cubicBezTo>
                    <a:pt x="506918" y="-954"/>
                    <a:pt x="653119" y="101853"/>
                    <a:pt x="653119" y="22860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BF76B26-48BD-F69B-54D0-8D68D59622D5}"/>
                </a:ext>
              </a:extLst>
            </p:cNvPr>
            <p:cNvSpPr/>
            <p:nvPr/>
          </p:nvSpPr>
          <p:spPr>
            <a:xfrm rot="478580">
              <a:off x="6351976" y="2637107"/>
              <a:ext cx="605175" cy="592518"/>
            </a:xfrm>
            <a:custGeom>
              <a:avLst/>
              <a:gdLst>
                <a:gd name="connsiteX0" fmla="*/ 651956 w 651955"/>
                <a:gd name="connsiteY0" fmla="*/ 237776 h 477406"/>
                <a:gd name="connsiteX1" fmla="*/ 325978 w 651955"/>
                <a:gd name="connsiteY1" fmla="*/ 476453 h 477406"/>
                <a:gd name="connsiteX2" fmla="*/ 0 w 651955"/>
                <a:gd name="connsiteY2" fmla="*/ 237776 h 477406"/>
                <a:gd name="connsiteX3" fmla="*/ 325978 w 651955"/>
                <a:gd name="connsiteY3" fmla="*/ -954 h 477406"/>
                <a:gd name="connsiteX4" fmla="*/ 651956 w 651955"/>
                <a:gd name="connsiteY4" fmla="*/ 237776 h 477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1955" h="477406">
                  <a:moveTo>
                    <a:pt x="651956" y="237776"/>
                  </a:moveTo>
                  <a:cubicBezTo>
                    <a:pt x="651956" y="369574"/>
                    <a:pt x="506012" y="476453"/>
                    <a:pt x="325978" y="476453"/>
                  </a:cubicBezTo>
                  <a:cubicBezTo>
                    <a:pt x="145945" y="476453"/>
                    <a:pt x="0" y="369574"/>
                    <a:pt x="0" y="237776"/>
                  </a:cubicBezTo>
                  <a:cubicBezTo>
                    <a:pt x="0" y="105924"/>
                    <a:pt x="145945" y="-954"/>
                    <a:pt x="325978" y="-954"/>
                  </a:cubicBezTo>
                  <a:cubicBezTo>
                    <a:pt x="506012" y="-954"/>
                    <a:pt x="651956" y="105924"/>
                    <a:pt x="651956" y="237776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567996E-E23F-BD84-0DBC-F98A3F469946}"/>
                </a:ext>
              </a:extLst>
            </p:cNvPr>
            <p:cNvSpPr/>
            <p:nvPr/>
          </p:nvSpPr>
          <p:spPr>
            <a:xfrm rot="478580">
              <a:off x="6236087" y="2326796"/>
              <a:ext cx="500325" cy="362241"/>
            </a:xfrm>
            <a:custGeom>
              <a:avLst/>
              <a:gdLst>
                <a:gd name="connsiteX0" fmla="*/ 663597 w 663596"/>
                <a:gd name="connsiteY0" fmla="*/ 249259 h 500404"/>
                <a:gd name="connsiteX1" fmla="*/ 331793 w 663596"/>
                <a:gd name="connsiteY1" fmla="*/ 499450 h 500404"/>
                <a:gd name="connsiteX2" fmla="*/ 0 w 663596"/>
                <a:gd name="connsiteY2" fmla="*/ 249259 h 500404"/>
                <a:gd name="connsiteX3" fmla="*/ 331793 w 663596"/>
                <a:gd name="connsiteY3" fmla="*/ -954 h 500404"/>
                <a:gd name="connsiteX4" fmla="*/ 663597 w 663596"/>
                <a:gd name="connsiteY4" fmla="*/ 249259 h 500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3596" h="500404">
                  <a:moveTo>
                    <a:pt x="663597" y="249259"/>
                  </a:moveTo>
                  <a:cubicBezTo>
                    <a:pt x="663597" y="387416"/>
                    <a:pt x="515049" y="499450"/>
                    <a:pt x="331793" y="499450"/>
                  </a:cubicBezTo>
                  <a:cubicBezTo>
                    <a:pt x="148551" y="499450"/>
                    <a:pt x="0" y="387416"/>
                    <a:pt x="0" y="249259"/>
                  </a:cubicBezTo>
                  <a:cubicBezTo>
                    <a:pt x="0" y="111069"/>
                    <a:pt x="148551" y="-954"/>
                    <a:pt x="331793" y="-954"/>
                  </a:cubicBezTo>
                  <a:cubicBezTo>
                    <a:pt x="515049" y="-954"/>
                    <a:pt x="663597" y="111069"/>
                    <a:pt x="663597" y="24925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50A9AFE-A562-157D-6A49-A09CE73372BA}"/>
                </a:ext>
              </a:extLst>
            </p:cNvPr>
            <p:cNvSpPr/>
            <p:nvPr/>
          </p:nvSpPr>
          <p:spPr>
            <a:xfrm rot="478580">
              <a:off x="6086718" y="2656130"/>
              <a:ext cx="299385" cy="485703"/>
            </a:xfrm>
            <a:custGeom>
              <a:avLst/>
              <a:gdLst>
                <a:gd name="connsiteX0" fmla="*/ 656620 w 656619"/>
                <a:gd name="connsiteY0" fmla="*/ 224382 h 450585"/>
                <a:gd name="connsiteX1" fmla="*/ 328310 w 656619"/>
                <a:gd name="connsiteY1" fmla="*/ 449631 h 450585"/>
                <a:gd name="connsiteX2" fmla="*/ 0 w 656619"/>
                <a:gd name="connsiteY2" fmla="*/ 224382 h 450585"/>
                <a:gd name="connsiteX3" fmla="*/ 328310 w 656619"/>
                <a:gd name="connsiteY3" fmla="*/ -954 h 450585"/>
                <a:gd name="connsiteX4" fmla="*/ 656620 w 656619"/>
                <a:gd name="connsiteY4" fmla="*/ 224382 h 450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619" h="450585">
                  <a:moveTo>
                    <a:pt x="656620" y="224382"/>
                  </a:moveTo>
                  <a:cubicBezTo>
                    <a:pt x="656620" y="348769"/>
                    <a:pt x="509624" y="449631"/>
                    <a:pt x="328310" y="449631"/>
                  </a:cubicBezTo>
                  <a:cubicBezTo>
                    <a:pt x="146984" y="449631"/>
                    <a:pt x="0" y="348769"/>
                    <a:pt x="0" y="224382"/>
                  </a:cubicBezTo>
                  <a:cubicBezTo>
                    <a:pt x="0" y="99909"/>
                    <a:pt x="146984" y="-954"/>
                    <a:pt x="328310" y="-954"/>
                  </a:cubicBezTo>
                  <a:cubicBezTo>
                    <a:pt x="509624" y="-954"/>
                    <a:pt x="656620" y="99909"/>
                    <a:pt x="656620" y="22438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9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07E97A1-50A0-0607-A439-DA8BE8866F57}"/>
                </a:ext>
              </a:extLst>
            </p:cNvPr>
            <p:cNvSpPr txBox="1"/>
            <p:nvPr/>
          </p:nvSpPr>
          <p:spPr>
            <a:xfrm>
              <a:off x="6180711" y="2558243"/>
              <a:ext cx="891590" cy="916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Payment</a:t>
              </a:r>
              <a:b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Network</a:t>
              </a:r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F1D9CDB-52EB-73E5-D071-FA35FAA21EE8}"/>
              </a:ext>
            </a:extLst>
          </p:cNvPr>
          <p:cNvCxnSpPr>
            <a:cxnSpLocks/>
          </p:cNvCxnSpPr>
          <p:nvPr/>
        </p:nvCxnSpPr>
        <p:spPr>
          <a:xfrm>
            <a:off x="6394429" y="1807945"/>
            <a:ext cx="0" cy="26172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82F201A-39F2-266B-C91E-DC15198C8811}"/>
              </a:ext>
            </a:extLst>
          </p:cNvPr>
          <p:cNvCxnSpPr>
            <a:cxnSpLocks/>
          </p:cNvCxnSpPr>
          <p:nvPr/>
        </p:nvCxnSpPr>
        <p:spPr>
          <a:xfrm>
            <a:off x="4407772" y="1968586"/>
            <a:ext cx="0" cy="23904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EF0B8D3-4CBC-8290-DA38-8401197D27C2}"/>
              </a:ext>
            </a:extLst>
          </p:cNvPr>
          <p:cNvCxnSpPr>
            <a:cxnSpLocks/>
          </p:cNvCxnSpPr>
          <p:nvPr/>
        </p:nvCxnSpPr>
        <p:spPr>
          <a:xfrm>
            <a:off x="2479139" y="1968919"/>
            <a:ext cx="0" cy="173736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B088157-773A-8F31-7E3C-03428E95574D}"/>
              </a:ext>
            </a:extLst>
          </p:cNvPr>
          <p:cNvCxnSpPr>
            <a:cxnSpLocks/>
          </p:cNvCxnSpPr>
          <p:nvPr/>
        </p:nvCxnSpPr>
        <p:spPr>
          <a:xfrm>
            <a:off x="4423906" y="2764114"/>
            <a:ext cx="1965960" cy="0"/>
          </a:xfrm>
          <a:prstGeom prst="straightConnector1">
            <a:avLst/>
          </a:prstGeom>
          <a:ln w="25400">
            <a:solidFill>
              <a:srgbClr val="00B0F0"/>
            </a:solidFill>
            <a:prstDash val="solid"/>
            <a:headEnd type="triangle" w="med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BF29FC9-080F-458C-A231-FB64F46DBDED}"/>
              </a:ext>
            </a:extLst>
          </p:cNvPr>
          <p:cNvSpPr txBox="1"/>
          <p:nvPr/>
        </p:nvSpPr>
        <p:spPr>
          <a:xfrm>
            <a:off x="5591166" y="1284816"/>
            <a:ext cx="16065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Payee (merchant)</a:t>
            </a:r>
          </a:p>
        </p:txBody>
      </p:sp>
      <p:pic>
        <p:nvPicPr>
          <p:cNvPr id="36" name="Picture 6" descr="C:\Users\Anders\AppData\Local\Microsoft\Windows\INetCache\IE\10FYNQXY\Crystal_Clear_kdm_user_female[1].png">
            <a:extLst>
              <a:ext uri="{FF2B5EF4-FFF2-40B4-BE49-F238E27FC236}">
                <a16:creationId xmlns:a16="http://schemas.microsoft.com/office/drawing/2014/main" id="{8613C920-C6E9-2C33-3138-413EA4564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968" y="1535706"/>
            <a:ext cx="680311" cy="6577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E830DBFF-ACB4-BA87-5051-56D1C013C25F}"/>
              </a:ext>
            </a:extLst>
          </p:cNvPr>
          <p:cNvGrpSpPr/>
          <p:nvPr/>
        </p:nvGrpSpPr>
        <p:grpSpPr>
          <a:xfrm>
            <a:off x="4195306" y="1630258"/>
            <a:ext cx="438912" cy="566928"/>
            <a:chOff x="1892812" y="5206800"/>
            <a:chExt cx="717232" cy="912439"/>
          </a:xfrm>
        </p:grpSpPr>
        <p:pic>
          <p:nvPicPr>
            <p:cNvPr id="38" name="Picture 4" descr="C:\Users\Anders\AppData\Local\Microsoft\Windows\INetCache\IE\YM8GPEOA\mobile[1].png">
              <a:extLst>
                <a:ext uri="{FF2B5EF4-FFF2-40B4-BE49-F238E27FC236}">
                  <a16:creationId xmlns:a16="http://schemas.microsoft.com/office/drawing/2014/main" id="{FC6FFF0F-2650-CBF5-220B-18473F8A72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1892812" y="5206800"/>
              <a:ext cx="717232" cy="91243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A2D7819-A92A-E0C0-32C4-3B593ED499A3}"/>
                </a:ext>
              </a:extLst>
            </p:cNvPr>
            <p:cNvSpPr/>
            <p:nvPr/>
          </p:nvSpPr>
          <p:spPr>
            <a:xfrm>
              <a:off x="2021788" y="5351899"/>
              <a:ext cx="442834" cy="6272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237536C-59B3-90FC-AEAA-5C1385D5BA93}"/>
                </a:ext>
              </a:extLst>
            </p:cNvPr>
            <p:cNvSpPr txBox="1"/>
            <p:nvPr/>
          </p:nvSpPr>
          <p:spPr>
            <a:xfrm>
              <a:off x="1916681" y="5388532"/>
              <a:ext cx="678971" cy="346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€600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DFEAC2D-513A-E42C-2B89-D2F1782EFC4F}"/>
                </a:ext>
              </a:extLst>
            </p:cNvPr>
            <p:cNvGrpSpPr/>
            <p:nvPr/>
          </p:nvGrpSpPr>
          <p:grpSpPr>
            <a:xfrm>
              <a:off x="2159017" y="5746582"/>
              <a:ext cx="145192" cy="130681"/>
              <a:chOff x="7812386" y="2253126"/>
              <a:chExt cx="144016" cy="144016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66C4387-8CEC-3B10-CD48-F1EA0B1A6917}"/>
                  </a:ext>
                </a:extLst>
              </p:cNvPr>
              <p:cNvSpPr/>
              <p:nvPr/>
            </p:nvSpPr>
            <p:spPr>
              <a:xfrm>
                <a:off x="7812386" y="2253126"/>
                <a:ext cx="144016" cy="144016"/>
              </a:xfrm>
              <a:prstGeom prst="rect">
                <a:avLst/>
              </a:prstGeom>
              <a:solidFill>
                <a:schemeClr val="bg2"/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575EAA20-615F-227B-F15E-2EABD9A6FEA2}"/>
                  </a:ext>
                </a:extLst>
              </p:cNvPr>
              <p:cNvSpPr/>
              <p:nvPr/>
            </p:nvSpPr>
            <p:spPr>
              <a:xfrm>
                <a:off x="7855725" y="2293359"/>
                <a:ext cx="61201" cy="61201"/>
              </a:xfrm>
              <a:prstGeom prst="rect">
                <a:avLst/>
              </a:prstGeom>
              <a:solidFill>
                <a:schemeClr val="bg2"/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DF791537-B722-D143-7A77-8E69563603AD}"/>
              </a:ext>
            </a:extLst>
          </p:cNvPr>
          <p:cNvSpPr txBox="1"/>
          <p:nvPr/>
        </p:nvSpPr>
        <p:spPr>
          <a:xfrm>
            <a:off x="2165368" y="1284816"/>
            <a:ext cx="652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Payer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92D66CA5-AAE0-6BB0-5337-A9838B28A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8433" y="1648546"/>
            <a:ext cx="751992" cy="5308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48F357D-884D-0111-2032-D698BB4A962A}"/>
              </a:ext>
            </a:extLst>
          </p:cNvPr>
          <p:cNvCxnSpPr>
            <a:cxnSpLocks/>
          </p:cNvCxnSpPr>
          <p:nvPr/>
        </p:nvCxnSpPr>
        <p:spPr>
          <a:xfrm flipH="1">
            <a:off x="4423906" y="3733749"/>
            <a:ext cx="1965960" cy="0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  <a:headEnd type="triangle" w="med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60B9C35-2D07-33DC-4BFC-79398E8D9BA1}"/>
              </a:ext>
            </a:extLst>
          </p:cNvPr>
          <p:cNvSpPr txBox="1"/>
          <p:nvPr/>
        </p:nvSpPr>
        <p:spPr>
          <a:xfrm>
            <a:off x="4081286" y="1284816"/>
            <a:ext cx="6765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Wallet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0D1AA83-DED0-495A-C3D0-6495265AC261}"/>
              </a:ext>
            </a:extLst>
          </p:cNvPr>
          <p:cNvCxnSpPr>
            <a:cxnSpLocks/>
          </p:cNvCxnSpPr>
          <p:nvPr/>
        </p:nvCxnSpPr>
        <p:spPr>
          <a:xfrm flipH="1">
            <a:off x="2487123" y="3088389"/>
            <a:ext cx="1920240" cy="0"/>
          </a:xfrm>
          <a:prstGeom prst="straightConnector1">
            <a:avLst/>
          </a:prstGeom>
          <a:ln w="26670">
            <a:solidFill>
              <a:schemeClr val="bg1">
                <a:lumMod val="65000"/>
              </a:schemeClr>
            </a:solidFill>
            <a:prstDash val="sysDash"/>
            <a:headEnd type="triangle" w="med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E1AE550-603D-618A-76A2-1D6DC7ADC90C}"/>
              </a:ext>
            </a:extLst>
          </p:cNvPr>
          <p:cNvCxnSpPr>
            <a:cxnSpLocks/>
          </p:cNvCxnSpPr>
          <p:nvPr/>
        </p:nvCxnSpPr>
        <p:spPr>
          <a:xfrm flipH="1">
            <a:off x="2487122" y="3411069"/>
            <a:ext cx="1920240" cy="0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prstDash val="solid"/>
            <a:headEnd type="triangle" w="med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E66EE1B-732A-4B78-16E2-DEA98D423F09}"/>
              </a:ext>
            </a:extLst>
          </p:cNvPr>
          <p:cNvCxnSpPr>
            <a:cxnSpLocks/>
          </p:cNvCxnSpPr>
          <p:nvPr/>
        </p:nvCxnSpPr>
        <p:spPr>
          <a:xfrm flipH="1">
            <a:off x="4423906" y="2443029"/>
            <a:ext cx="1965960" cy="0"/>
          </a:xfrm>
          <a:prstGeom prst="straightConnector1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prstDash val="solid"/>
            <a:headEnd type="triangle" w="med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7476AA-BD2F-7343-4B9D-E8FC6CD23455}"/>
              </a:ext>
            </a:extLst>
          </p:cNvPr>
          <p:cNvSpPr txBox="1"/>
          <p:nvPr/>
        </p:nvSpPr>
        <p:spPr>
          <a:xfrm>
            <a:off x="5157577" y="2338198"/>
            <a:ext cx="489287" cy="200906"/>
          </a:xfrm>
          <a:prstGeom prst="roundRect">
            <a:avLst/>
          </a:prstGeom>
          <a:solidFill>
            <a:srgbClr val="FFF6D9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wrap="none" lIns="81000" tIns="9144" rIns="82296" bIns="18288" rtlCol="0" anchor="ctr" anchorCtr="1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“Pay”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DA0C88-8E12-96CB-AE64-FCCEC84CCC9B}"/>
              </a:ext>
            </a:extLst>
          </p:cNvPr>
          <p:cNvSpPr txBox="1"/>
          <p:nvPr/>
        </p:nvSpPr>
        <p:spPr>
          <a:xfrm>
            <a:off x="4686143" y="2660736"/>
            <a:ext cx="1432157" cy="200906"/>
          </a:xfrm>
          <a:prstGeom prst="roundRect">
            <a:avLst/>
          </a:prstGeom>
          <a:solidFill>
            <a:srgbClr val="FFF6D9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wrap="none" lIns="81000" tIns="9144" rIns="82296" bIns="18288" rtlCol="0" anchor="ctr" anchorCtr="1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Authorization Request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9BAF94C-D52A-4610-51BD-C47584D224DC}"/>
              </a:ext>
            </a:extLst>
          </p:cNvPr>
          <p:cNvSpPr txBox="1"/>
          <p:nvPr/>
        </p:nvSpPr>
        <p:spPr>
          <a:xfrm>
            <a:off x="2778764" y="2983515"/>
            <a:ext cx="1318862" cy="200906"/>
          </a:xfrm>
          <a:prstGeom prst="roundRect">
            <a:avLst/>
          </a:prstGeom>
          <a:solidFill>
            <a:srgbClr val="FFF6D9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wrap="none" lIns="81000" tIns="9144" rIns="82296" bIns="18288" rtlCol="0" anchor="ctr" anchorCtr="1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Credential Selection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74248E-741D-5129-5A35-4D69D39F67C8}"/>
              </a:ext>
            </a:extLst>
          </p:cNvPr>
          <p:cNvSpPr txBox="1"/>
          <p:nvPr/>
        </p:nvSpPr>
        <p:spPr>
          <a:xfrm>
            <a:off x="2982985" y="3306536"/>
            <a:ext cx="805343" cy="200906"/>
          </a:xfrm>
          <a:prstGeom prst="roundRect">
            <a:avLst/>
          </a:prstGeom>
          <a:solidFill>
            <a:srgbClr val="FFF6D9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wrap="none" lIns="81000" tIns="9144" rIns="82296" bIns="18288" rtlCol="0" anchor="ctr" anchorCtr="1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“Authorize”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16FF533-FABE-B4BF-449B-58AC97C1665A}"/>
              </a:ext>
            </a:extLst>
          </p:cNvPr>
          <p:cNvSpPr txBox="1"/>
          <p:nvPr/>
        </p:nvSpPr>
        <p:spPr>
          <a:xfrm>
            <a:off x="4635970" y="3629557"/>
            <a:ext cx="1532504" cy="200906"/>
          </a:xfrm>
          <a:prstGeom prst="roundRect">
            <a:avLst/>
          </a:prstGeom>
          <a:solidFill>
            <a:srgbClr val="FFF6D9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wrap="none" lIns="81000" tIns="9144" rIns="82296" bIns="18288" rtlCol="0" anchor="ctr" anchorCtr="1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Authorization Response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C69A7CF1-333F-D29E-08DD-CDC340808366}"/>
              </a:ext>
            </a:extLst>
          </p:cNvPr>
          <p:cNvSpPr/>
          <p:nvPr/>
        </p:nvSpPr>
        <p:spPr>
          <a:xfrm>
            <a:off x="2384756" y="2986648"/>
            <a:ext cx="189059" cy="202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CFBEF76A-92AC-878F-8723-AEE29D57A417}"/>
              </a:ext>
            </a:extLst>
          </p:cNvPr>
          <p:cNvSpPr/>
          <p:nvPr/>
        </p:nvSpPr>
        <p:spPr>
          <a:xfrm>
            <a:off x="4311210" y="2338735"/>
            <a:ext cx="189059" cy="202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DD58C143-1D5E-42A4-303C-939572612715}"/>
              </a:ext>
            </a:extLst>
          </p:cNvPr>
          <p:cNvSpPr/>
          <p:nvPr/>
        </p:nvSpPr>
        <p:spPr>
          <a:xfrm>
            <a:off x="6299900" y="2661104"/>
            <a:ext cx="189059" cy="20252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D42A5619-D2D9-D9DA-9F87-6FDA3D821BBC}"/>
              </a:ext>
            </a:extLst>
          </p:cNvPr>
          <p:cNvSpPr/>
          <p:nvPr/>
        </p:nvSpPr>
        <p:spPr>
          <a:xfrm>
            <a:off x="2385006" y="3305842"/>
            <a:ext cx="189059" cy="202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04FD28D6-0BAD-88ED-4826-904D20F76613}"/>
              </a:ext>
            </a:extLst>
          </p:cNvPr>
          <p:cNvSpPr/>
          <p:nvPr/>
        </p:nvSpPr>
        <p:spPr>
          <a:xfrm>
            <a:off x="4313591" y="3634561"/>
            <a:ext cx="189059" cy="202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</a:t>
            </a:r>
          </a:p>
        </p:txBody>
      </p:sp>
      <p:pic>
        <p:nvPicPr>
          <p:cNvPr id="75" name="Graphic 74">
            <a:extLst>
              <a:ext uri="{FF2B5EF4-FFF2-40B4-BE49-F238E27FC236}">
                <a16:creationId xmlns:a16="http://schemas.microsoft.com/office/drawing/2014/main" id="{0A6362C3-137C-9321-E695-B44863814F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51004" y="2437344"/>
            <a:ext cx="879136" cy="317188"/>
          </a:xfrm>
          <a:prstGeom prst="rect">
            <a:avLst/>
          </a:prstGeom>
        </p:spPr>
      </p:pic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EF1DE226-7FD2-DD3A-7061-85BE96CDFAA6}"/>
              </a:ext>
            </a:extLst>
          </p:cNvPr>
          <p:cNvSpPr/>
          <p:nvPr/>
        </p:nvSpPr>
        <p:spPr>
          <a:xfrm>
            <a:off x="6278060" y="3979257"/>
            <a:ext cx="243258" cy="20431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3614627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A00F1-033B-98B6-597A-D349FFC9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3838AC0-BEC0-CA20-1036-4FF1779D4D96}"/>
              </a:ext>
            </a:extLst>
          </p:cNvPr>
          <p:cNvCxnSpPr>
            <a:cxnSpLocks/>
          </p:cNvCxnSpPr>
          <p:nvPr/>
        </p:nvCxnSpPr>
        <p:spPr>
          <a:xfrm flipH="1">
            <a:off x="4502160" y="3423339"/>
            <a:ext cx="3852000" cy="0"/>
          </a:xfrm>
          <a:prstGeom prst="straightConnector1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prstDash val="solid"/>
            <a:headEnd type="triangle" w="med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95A00B7-FDA1-E69B-259D-514B9B032543}"/>
              </a:ext>
            </a:extLst>
          </p:cNvPr>
          <p:cNvCxnSpPr>
            <a:cxnSpLocks/>
          </p:cNvCxnSpPr>
          <p:nvPr/>
        </p:nvCxnSpPr>
        <p:spPr>
          <a:xfrm>
            <a:off x="8363278" y="1960341"/>
            <a:ext cx="0" cy="1692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946F1CF-E418-8576-1AB4-F2F70BAC858F}"/>
              </a:ext>
            </a:extLst>
          </p:cNvPr>
          <p:cNvCxnSpPr>
            <a:cxnSpLocks/>
          </p:cNvCxnSpPr>
          <p:nvPr/>
        </p:nvCxnSpPr>
        <p:spPr>
          <a:xfrm>
            <a:off x="6394429" y="1807945"/>
            <a:ext cx="0" cy="126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4D52585-D909-3246-037B-0625143E749C}"/>
              </a:ext>
            </a:extLst>
          </p:cNvPr>
          <p:cNvCxnSpPr>
            <a:cxnSpLocks/>
          </p:cNvCxnSpPr>
          <p:nvPr/>
        </p:nvCxnSpPr>
        <p:spPr>
          <a:xfrm>
            <a:off x="4407772" y="1968586"/>
            <a:ext cx="0" cy="2772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C5F0885-45F9-B3E7-1160-19CF4430C1D8}"/>
              </a:ext>
            </a:extLst>
          </p:cNvPr>
          <p:cNvCxnSpPr>
            <a:cxnSpLocks/>
          </p:cNvCxnSpPr>
          <p:nvPr/>
        </p:nvCxnSpPr>
        <p:spPr>
          <a:xfrm>
            <a:off x="2479139" y="1968917"/>
            <a:ext cx="0" cy="244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AFAFC84-A255-FE41-4430-35632E67FD3E}"/>
              </a:ext>
            </a:extLst>
          </p:cNvPr>
          <p:cNvCxnSpPr>
            <a:cxnSpLocks/>
          </p:cNvCxnSpPr>
          <p:nvPr/>
        </p:nvCxnSpPr>
        <p:spPr>
          <a:xfrm>
            <a:off x="4423906" y="2764114"/>
            <a:ext cx="1965960" cy="0"/>
          </a:xfrm>
          <a:prstGeom prst="straightConnector1">
            <a:avLst/>
          </a:prstGeom>
          <a:ln w="25400">
            <a:solidFill>
              <a:srgbClr val="00B0F0"/>
            </a:solidFill>
            <a:prstDash val="solid"/>
            <a:headEnd type="triangle" w="med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FE5E430-FC68-CE4C-E213-061A7CACED1D}"/>
              </a:ext>
            </a:extLst>
          </p:cNvPr>
          <p:cNvSpPr txBox="1"/>
          <p:nvPr/>
        </p:nvSpPr>
        <p:spPr>
          <a:xfrm>
            <a:off x="5591166" y="1284816"/>
            <a:ext cx="16065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Payee (merchant)</a:t>
            </a:r>
          </a:p>
        </p:txBody>
      </p:sp>
      <p:pic>
        <p:nvPicPr>
          <p:cNvPr id="36" name="Picture 6" descr="C:\Users\Anders\AppData\Local\Microsoft\Windows\INetCache\IE\10FYNQXY\Crystal_Clear_kdm_user_female[1].png">
            <a:extLst>
              <a:ext uri="{FF2B5EF4-FFF2-40B4-BE49-F238E27FC236}">
                <a16:creationId xmlns:a16="http://schemas.microsoft.com/office/drawing/2014/main" id="{7794512F-B6E9-C562-B187-F55E0FF15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968" y="1535706"/>
            <a:ext cx="680311" cy="6577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AAED8A9C-326C-E832-6D14-4E211B312A92}"/>
              </a:ext>
            </a:extLst>
          </p:cNvPr>
          <p:cNvGrpSpPr/>
          <p:nvPr/>
        </p:nvGrpSpPr>
        <p:grpSpPr>
          <a:xfrm>
            <a:off x="4195306" y="1630258"/>
            <a:ext cx="438912" cy="566928"/>
            <a:chOff x="1892812" y="5206800"/>
            <a:chExt cx="717232" cy="912439"/>
          </a:xfrm>
        </p:grpSpPr>
        <p:pic>
          <p:nvPicPr>
            <p:cNvPr id="38" name="Picture 4" descr="C:\Users\Anders\AppData\Local\Microsoft\Windows\INetCache\IE\YM8GPEOA\mobile[1].png">
              <a:extLst>
                <a:ext uri="{FF2B5EF4-FFF2-40B4-BE49-F238E27FC236}">
                  <a16:creationId xmlns:a16="http://schemas.microsoft.com/office/drawing/2014/main" id="{8C1A34E5-D5BC-427E-8B15-6217B0E169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1892812" y="5206800"/>
              <a:ext cx="717232" cy="91243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A8FC218-093C-5A87-DB21-8C43A9773CB8}"/>
                </a:ext>
              </a:extLst>
            </p:cNvPr>
            <p:cNvSpPr/>
            <p:nvPr/>
          </p:nvSpPr>
          <p:spPr>
            <a:xfrm>
              <a:off x="2021788" y="5351899"/>
              <a:ext cx="442834" cy="6272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32FFF5A-7699-2D94-CB15-E99389B1A488}"/>
                </a:ext>
              </a:extLst>
            </p:cNvPr>
            <p:cNvSpPr txBox="1"/>
            <p:nvPr/>
          </p:nvSpPr>
          <p:spPr>
            <a:xfrm>
              <a:off x="1916681" y="5388532"/>
              <a:ext cx="678971" cy="346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€600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ADC2D5C-C972-836A-3170-7E36DAC8CC85}"/>
                </a:ext>
              </a:extLst>
            </p:cNvPr>
            <p:cNvGrpSpPr/>
            <p:nvPr/>
          </p:nvGrpSpPr>
          <p:grpSpPr>
            <a:xfrm>
              <a:off x="2159017" y="5746582"/>
              <a:ext cx="145192" cy="130681"/>
              <a:chOff x="7812386" y="2253126"/>
              <a:chExt cx="144016" cy="144016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61734C1-2A59-C13B-6E5B-6F10BED312EE}"/>
                  </a:ext>
                </a:extLst>
              </p:cNvPr>
              <p:cNvSpPr/>
              <p:nvPr/>
            </p:nvSpPr>
            <p:spPr>
              <a:xfrm>
                <a:off x="7812386" y="2253126"/>
                <a:ext cx="144016" cy="144016"/>
              </a:xfrm>
              <a:prstGeom prst="rect">
                <a:avLst/>
              </a:prstGeom>
              <a:solidFill>
                <a:schemeClr val="bg2"/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B0C7F130-F8E2-4B01-4B86-E67DAB15E142}"/>
                  </a:ext>
                </a:extLst>
              </p:cNvPr>
              <p:cNvSpPr/>
              <p:nvPr/>
            </p:nvSpPr>
            <p:spPr>
              <a:xfrm>
                <a:off x="7855725" y="2293359"/>
                <a:ext cx="61201" cy="61201"/>
              </a:xfrm>
              <a:prstGeom prst="rect">
                <a:avLst/>
              </a:prstGeom>
              <a:solidFill>
                <a:schemeClr val="bg2"/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85E93FA3-1CC4-2127-6833-1B3AE562791D}"/>
              </a:ext>
            </a:extLst>
          </p:cNvPr>
          <p:cNvSpPr txBox="1"/>
          <p:nvPr/>
        </p:nvSpPr>
        <p:spPr>
          <a:xfrm>
            <a:off x="2165368" y="1284816"/>
            <a:ext cx="652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Payer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6E534009-A175-D84C-C783-073BB0DD27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8433" y="1648546"/>
            <a:ext cx="751992" cy="5308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04B60CE-2180-3911-BB9E-FCBAE024ECBA}"/>
              </a:ext>
            </a:extLst>
          </p:cNvPr>
          <p:cNvCxnSpPr>
            <a:cxnSpLocks/>
          </p:cNvCxnSpPr>
          <p:nvPr/>
        </p:nvCxnSpPr>
        <p:spPr>
          <a:xfrm flipH="1">
            <a:off x="4423906" y="4401024"/>
            <a:ext cx="1965960" cy="0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  <a:headEnd type="triangle" w="med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F0FD529-F6C7-EAA8-96E7-A78FAAB3E2BB}"/>
              </a:ext>
            </a:extLst>
          </p:cNvPr>
          <p:cNvSpPr txBox="1"/>
          <p:nvPr/>
        </p:nvSpPr>
        <p:spPr>
          <a:xfrm>
            <a:off x="4081286" y="1284816"/>
            <a:ext cx="6765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Wallet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9DB7878-FC54-B011-8784-87E6D0FDEDB0}"/>
              </a:ext>
            </a:extLst>
          </p:cNvPr>
          <p:cNvCxnSpPr>
            <a:cxnSpLocks/>
          </p:cNvCxnSpPr>
          <p:nvPr/>
        </p:nvCxnSpPr>
        <p:spPr>
          <a:xfrm flipH="1">
            <a:off x="2487123" y="3755664"/>
            <a:ext cx="1920240" cy="0"/>
          </a:xfrm>
          <a:prstGeom prst="straightConnector1">
            <a:avLst/>
          </a:prstGeom>
          <a:ln w="26670">
            <a:solidFill>
              <a:schemeClr val="bg1">
                <a:lumMod val="65000"/>
              </a:schemeClr>
            </a:solidFill>
            <a:prstDash val="sysDash"/>
            <a:headEnd type="triangle" w="med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942CC1F-3312-DB60-D9BB-9F0ABFDD14B0}"/>
              </a:ext>
            </a:extLst>
          </p:cNvPr>
          <p:cNvCxnSpPr>
            <a:cxnSpLocks/>
          </p:cNvCxnSpPr>
          <p:nvPr/>
        </p:nvCxnSpPr>
        <p:spPr>
          <a:xfrm flipH="1">
            <a:off x="2487122" y="4078344"/>
            <a:ext cx="1920240" cy="0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prstDash val="solid"/>
            <a:headEnd type="triangle" w="med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4D23CE3-C5D8-BADD-DCEC-FD662826FB96}"/>
              </a:ext>
            </a:extLst>
          </p:cNvPr>
          <p:cNvCxnSpPr>
            <a:cxnSpLocks/>
          </p:cNvCxnSpPr>
          <p:nvPr/>
        </p:nvCxnSpPr>
        <p:spPr>
          <a:xfrm flipH="1">
            <a:off x="4423906" y="2443029"/>
            <a:ext cx="1965960" cy="0"/>
          </a:xfrm>
          <a:prstGeom prst="straightConnector1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prstDash val="solid"/>
            <a:headEnd type="triangle" w="med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AB22FD1-41F0-87BA-5B30-0E4265506B63}"/>
              </a:ext>
            </a:extLst>
          </p:cNvPr>
          <p:cNvSpPr txBox="1"/>
          <p:nvPr/>
        </p:nvSpPr>
        <p:spPr>
          <a:xfrm>
            <a:off x="5157577" y="2338198"/>
            <a:ext cx="489287" cy="200906"/>
          </a:xfrm>
          <a:prstGeom prst="roundRect">
            <a:avLst/>
          </a:prstGeom>
          <a:solidFill>
            <a:srgbClr val="FFF6D9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wrap="none" lIns="81000" tIns="9144" rIns="82296" bIns="18288" rtlCol="0" anchor="ctr" anchorCtr="1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“Pay”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F5E958-AA98-1A69-C3EB-38E63EBEF34A}"/>
              </a:ext>
            </a:extLst>
          </p:cNvPr>
          <p:cNvSpPr txBox="1"/>
          <p:nvPr/>
        </p:nvSpPr>
        <p:spPr>
          <a:xfrm>
            <a:off x="4686143" y="2660736"/>
            <a:ext cx="1432157" cy="200906"/>
          </a:xfrm>
          <a:prstGeom prst="roundRect">
            <a:avLst/>
          </a:prstGeom>
          <a:solidFill>
            <a:srgbClr val="FFF6D9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wrap="none" lIns="81000" tIns="9144" rIns="82296" bIns="18288" rtlCol="0" anchor="ctr" anchorCtr="1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Authorization Request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D7EA86-72E4-CCEF-1244-9F0A4388DD67}"/>
              </a:ext>
            </a:extLst>
          </p:cNvPr>
          <p:cNvSpPr txBox="1"/>
          <p:nvPr/>
        </p:nvSpPr>
        <p:spPr>
          <a:xfrm>
            <a:off x="2778764" y="3650790"/>
            <a:ext cx="1318862" cy="200906"/>
          </a:xfrm>
          <a:prstGeom prst="roundRect">
            <a:avLst/>
          </a:prstGeom>
          <a:solidFill>
            <a:srgbClr val="FFF6D9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wrap="none" lIns="81000" tIns="9144" rIns="82296" bIns="18288" rtlCol="0" anchor="ctr" anchorCtr="1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Credential Selection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7D92399-1567-E145-6553-A43EE36C0EE6}"/>
              </a:ext>
            </a:extLst>
          </p:cNvPr>
          <p:cNvSpPr txBox="1"/>
          <p:nvPr/>
        </p:nvSpPr>
        <p:spPr>
          <a:xfrm>
            <a:off x="2982985" y="3973811"/>
            <a:ext cx="805343" cy="200906"/>
          </a:xfrm>
          <a:prstGeom prst="roundRect">
            <a:avLst/>
          </a:prstGeom>
          <a:solidFill>
            <a:srgbClr val="FFF6D9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wrap="none" lIns="81000" tIns="9144" rIns="82296" bIns="18288" rtlCol="0" anchor="ctr" anchorCtr="1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“Authorize”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544601-92C7-7652-6BFD-185D85BF2E8D}"/>
              </a:ext>
            </a:extLst>
          </p:cNvPr>
          <p:cNvSpPr txBox="1"/>
          <p:nvPr/>
        </p:nvSpPr>
        <p:spPr>
          <a:xfrm>
            <a:off x="4635970" y="4296832"/>
            <a:ext cx="1532504" cy="200906"/>
          </a:xfrm>
          <a:prstGeom prst="roundRect">
            <a:avLst/>
          </a:prstGeom>
          <a:solidFill>
            <a:srgbClr val="FFF6D9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wrap="none" lIns="81000" tIns="9144" rIns="82296" bIns="18288" rtlCol="0" anchor="ctr" anchorCtr="1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Authorization Response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61F55684-B615-0C14-D365-C1D4CD77A09C}"/>
              </a:ext>
            </a:extLst>
          </p:cNvPr>
          <p:cNvSpPr/>
          <p:nvPr/>
        </p:nvSpPr>
        <p:spPr>
          <a:xfrm>
            <a:off x="2384756" y="3653923"/>
            <a:ext cx="189059" cy="202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DC0B2E90-4CB5-E096-D1FA-611E2BE3CE99}"/>
              </a:ext>
            </a:extLst>
          </p:cNvPr>
          <p:cNvSpPr/>
          <p:nvPr/>
        </p:nvSpPr>
        <p:spPr>
          <a:xfrm>
            <a:off x="4311210" y="2338735"/>
            <a:ext cx="189059" cy="202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30E0564F-52FA-A9F5-9D7B-706D8643E4BA}"/>
              </a:ext>
            </a:extLst>
          </p:cNvPr>
          <p:cNvSpPr/>
          <p:nvPr/>
        </p:nvSpPr>
        <p:spPr>
          <a:xfrm>
            <a:off x="6299900" y="2661104"/>
            <a:ext cx="189059" cy="20252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2118AFE-C61D-8883-594C-7D5C0A7A4E3E}"/>
              </a:ext>
            </a:extLst>
          </p:cNvPr>
          <p:cNvSpPr/>
          <p:nvPr/>
        </p:nvSpPr>
        <p:spPr>
          <a:xfrm>
            <a:off x="2385006" y="3973117"/>
            <a:ext cx="189059" cy="202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7D443B06-DD1C-A5B1-91A6-F23BB99BCBDF}"/>
              </a:ext>
            </a:extLst>
          </p:cNvPr>
          <p:cNvSpPr/>
          <p:nvPr/>
        </p:nvSpPr>
        <p:spPr>
          <a:xfrm>
            <a:off x="4313591" y="4301836"/>
            <a:ext cx="189059" cy="202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432384-168F-7C41-6146-5A2D3AC66ECD}"/>
              </a:ext>
            </a:extLst>
          </p:cNvPr>
          <p:cNvSpPr/>
          <p:nvPr/>
        </p:nvSpPr>
        <p:spPr>
          <a:xfrm>
            <a:off x="4286718" y="3318154"/>
            <a:ext cx="246275" cy="20431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W</a:t>
            </a:r>
          </a:p>
        </p:txBody>
      </p:sp>
      <p:pic>
        <p:nvPicPr>
          <p:cNvPr id="28" name="Picture 27" descr="Server Free Png Image Transparent HQ PNG Download | FreePNGImg">
            <a:extLst>
              <a:ext uri="{FF2B5EF4-FFF2-40B4-BE49-F238E27FC236}">
                <a16:creationId xmlns:a16="http://schemas.microsoft.com/office/drawing/2014/main" id="{5427647D-8DDB-25EB-E053-6BCC8B9803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065543" y="1650099"/>
            <a:ext cx="631086" cy="6310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D5F3D2E-9CCA-88FF-E333-D38DE832B603}"/>
              </a:ext>
            </a:extLst>
          </p:cNvPr>
          <p:cNvSpPr txBox="1"/>
          <p:nvPr/>
        </p:nvSpPr>
        <p:spPr>
          <a:xfrm>
            <a:off x="7811978" y="1288932"/>
            <a:ext cx="1349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EU Trust Lists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FCC922FF-BF5F-E4DA-D279-012402DCF21D}"/>
              </a:ext>
            </a:extLst>
          </p:cNvPr>
          <p:cNvSpPr/>
          <p:nvPr/>
        </p:nvSpPr>
        <p:spPr>
          <a:xfrm>
            <a:off x="6684698" y="2664327"/>
            <a:ext cx="243258" cy="20431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85F8C31-3CA2-C4DC-4FAC-3CD288887C5A}"/>
              </a:ext>
            </a:extLst>
          </p:cNvPr>
          <p:cNvSpPr txBox="1"/>
          <p:nvPr/>
        </p:nvSpPr>
        <p:spPr>
          <a:xfrm>
            <a:off x="5510381" y="3321273"/>
            <a:ext cx="1770425" cy="200906"/>
          </a:xfrm>
          <a:prstGeom prst="roundRect">
            <a:avLst/>
          </a:prstGeom>
          <a:solidFill>
            <a:srgbClr val="FFF6D9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wrap="none" lIns="81000" tIns="9144" rIns="82296" bIns="18288" rtlCol="0" anchor="ctr" anchorCtr="1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Verify Merchant Authenticity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368C365-EDF3-58F7-B2F8-6A6D7AD9F0F0}"/>
              </a:ext>
            </a:extLst>
          </p:cNvPr>
          <p:cNvSpPr/>
          <p:nvPr/>
        </p:nvSpPr>
        <p:spPr>
          <a:xfrm>
            <a:off x="6405999" y="4089018"/>
            <a:ext cx="1659543" cy="631083"/>
          </a:xfrm>
          <a:prstGeom prst="roundRect">
            <a:avLst>
              <a:gd name="adj" fmla="val 8508"/>
            </a:avLst>
          </a:prstGeom>
          <a:solidFill>
            <a:srgbClr val="E9E9E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Currently not public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“SCA Rule Books”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F01D307-5984-99EB-A060-1890886B4987}"/>
              </a:ext>
            </a:extLst>
          </p:cNvPr>
          <p:cNvGrpSpPr>
            <a:grpSpLocks noChangeAspect="1"/>
          </p:cNvGrpSpPr>
          <p:nvPr/>
        </p:nvGrpSpPr>
        <p:grpSpPr>
          <a:xfrm>
            <a:off x="2753391" y="2591395"/>
            <a:ext cx="1353955" cy="560000"/>
            <a:chOff x="5301050" y="2508422"/>
            <a:chExt cx="3373394" cy="126038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48E1800-FA20-4BCC-4D55-10401C763AB3}"/>
                </a:ext>
              </a:extLst>
            </p:cNvPr>
            <p:cNvSpPr/>
            <p:nvPr/>
          </p:nvSpPr>
          <p:spPr>
            <a:xfrm>
              <a:off x="5301050" y="2508422"/>
              <a:ext cx="3373394" cy="126038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2CCF33E6-D473-52D6-8291-08650CCB68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99100" y="2664240"/>
              <a:ext cx="2915851" cy="961610"/>
            </a:xfrm>
            <a:prstGeom prst="rect">
              <a:avLst/>
            </a:prstGeom>
          </p:spPr>
        </p:pic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419946C7-3370-E703-A345-41F71D2B82D2}"/>
              </a:ext>
            </a:extLst>
          </p:cNvPr>
          <p:cNvSpPr txBox="1"/>
          <p:nvPr/>
        </p:nvSpPr>
        <p:spPr>
          <a:xfrm>
            <a:off x="6481001" y="2619640"/>
            <a:ext cx="216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500580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</TotalTime>
  <Words>72</Words>
  <Application>Microsoft Macintosh PowerPoint</Application>
  <PresentationFormat>Widescreen</PresentationFormat>
  <Paragraphs>36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2</cp:revision>
  <dcterms:created xsi:type="dcterms:W3CDTF">2026-07-27T18:29:20Z</dcterms:created>
  <dcterms:modified xsi:type="dcterms:W3CDTF">2026-07-28T05:41:36Z</dcterms:modified>
</cp:coreProperties>
</file>